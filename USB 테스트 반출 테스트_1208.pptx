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35"/>
  </p:normalViewPr>
  <p:slideViewPr>
    <p:cSldViewPr snapToGrid="0">
      <p:cViewPr varScale="1">
        <p:scale>
          <a:sx n="120" d="100"/>
          <a:sy n="120" d="100"/>
        </p:scale>
        <p:origin x="2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3B8413-CCF3-4D26-4992-3CBFF02B85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8D7039D-CF97-0D34-04FD-C79AD60EED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B72B320-461C-1CA0-9DE6-E7B5CAE7EF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524C0-6FB4-114E-845F-CE1D67F2418C}" type="datetimeFigureOut">
              <a:rPr kumimoji="1" lang="ko-KR" altLang="en-US" smtClean="0"/>
              <a:t>2025. 11. 24.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1D217F1-0C59-2E36-B047-B3505FA7B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62C1D9B-1086-CFE6-B370-31CE040F7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09080-23E2-0B40-83F7-07D595F9C67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4953040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7602B0-4F73-A9D7-7DE9-834BF4231F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D1CDAD4-492A-B100-C6FD-E430D8581C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392F6B7-B722-F54F-79CA-FACD37A75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524C0-6FB4-114E-845F-CE1D67F2418C}" type="datetimeFigureOut">
              <a:rPr kumimoji="1" lang="ko-KR" altLang="en-US" smtClean="0"/>
              <a:t>2025. 11. 24.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E87251D-5B32-E7B2-A00E-AAD083D6D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B964616-BC0E-A6A8-5079-432583263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09080-23E2-0B40-83F7-07D595F9C67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6436109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7FBB16-D737-200D-83C6-4B393105D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B4D2487-0F67-35DF-973B-6DB7D3FF44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E4ADCC1-5907-75D1-7CAC-62AA10853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524C0-6FB4-114E-845F-CE1D67F2418C}" type="datetimeFigureOut">
              <a:rPr kumimoji="1" lang="ko-KR" altLang="en-US" smtClean="0"/>
              <a:t>2025. 11. 24.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FA60F77-10CF-EA9F-8067-C75B639A0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68408E9-9AA7-0334-FD40-4E29F315C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09080-23E2-0B40-83F7-07D595F9C67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5060947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47B11F-8517-1AF9-5EDA-96ECAEF23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2DB28C5-F5BB-8F54-85BF-DA456D75B7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DE787D4-A093-97CE-5F95-03AC011200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408F2E-1366-F489-9DF1-592D55DA9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524C0-6FB4-114E-845F-CE1D67F2418C}" type="datetimeFigureOut">
              <a:rPr kumimoji="1" lang="ko-KR" altLang="en-US" smtClean="0"/>
              <a:t>2025. 11. 24.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0B46455-0107-BDAD-6045-F9975B0236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8EB5E32-7300-6083-D4CA-7903AA074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09080-23E2-0B40-83F7-07D595F9C67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1558390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F33655-D889-54FE-266C-D799A3294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13C8360-3887-9DEC-CD37-F12D091309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2EB3644-B7DD-4B5B-40E5-78FC3B70ED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F8757B7-C696-9474-CFC1-470D3848B4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B561929-81E5-D573-9AF8-7B89EB9E47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39C75E0-A16F-6ACA-E38E-A052DB7B2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524C0-6FB4-114E-845F-CE1D67F2418C}" type="datetimeFigureOut">
              <a:rPr kumimoji="1" lang="ko-KR" altLang="en-US" smtClean="0"/>
              <a:t>2025. 11. 24.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17AE24F-D74D-A9DC-A9E0-2DE2B07F1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A7F60F8-095B-CF18-0DBC-E497EF49D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09080-23E2-0B40-83F7-07D595F9C67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4125585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8A8CCF-BDCC-F5DF-62D3-1358BE9BE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EF92502-6CF8-8E3D-3983-67A154DC7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524C0-6FB4-114E-845F-CE1D67F2418C}" type="datetimeFigureOut">
              <a:rPr kumimoji="1" lang="ko-KR" altLang="en-US" smtClean="0"/>
              <a:t>2025. 11. 24.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75252BB-2A2B-D0F5-33A9-667EBB067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1B0804E-D419-43D5-3248-01746B7B1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09080-23E2-0B40-83F7-07D595F9C67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8444907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D8B7992-EEE5-3E62-2D14-51D47DCFE8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524C0-6FB4-114E-845F-CE1D67F2418C}" type="datetimeFigureOut">
              <a:rPr kumimoji="1" lang="ko-KR" altLang="en-US" smtClean="0"/>
              <a:t>2025. 11. 24.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DF49724-67D1-3BB3-2415-3AD3D192E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8FA881F-7C9B-805D-E73B-FD88BDF2E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09080-23E2-0B40-83F7-07D595F9C67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0347311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F84BCA-FC48-214C-E82E-15B0B7727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E6F6ED-CCC7-9139-2318-9953DFD350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781CE4A-E943-6DD3-9AE3-0094B22627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1419BDF-3925-0D37-ED9C-610749694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524C0-6FB4-114E-845F-CE1D67F2418C}" type="datetimeFigureOut">
              <a:rPr kumimoji="1" lang="ko-KR" altLang="en-US" smtClean="0"/>
              <a:t>2025. 11. 24.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EED5A96-A706-1F18-058B-8D6D18036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ED413B4-2067-96C2-92A3-ABD0ADDAE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09080-23E2-0B40-83F7-07D595F9C67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253328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A57A4F-E2C8-582E-986D-D31E90414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5CD3E96-31FD-D591-E85B-8DEEDE94F3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1A9601F-A66E-AB80-A426-A938507F15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FB14427-310C-BCF2-4641-8362B03852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524C0-6FB4-114E-845F-CE1D67F2418C}" type="datetimeFigureOut">
              <a:rPr kumimoji="1" lang="ko-KR" altLang="en-US" smtClean="0"/>
              <a:t>2025. 11. 24.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04B07E9-C08C-7136-6D4D-4C88CA158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5A99CB6-2F7D-8D72-DAB5-8C4081EB5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09080-23E2-0B40-83F7-07D595F9C67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0292601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695B48-273A-6D40-AE0E-6212E5A75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980DD3E-FFCF-F69E-27C7-AC36B807F2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3AF9DD-53BF-A730-7673-4BA138348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524C0-6FB4-114E-845F-CE1D67F2418C}" type="datetimeFigureOut">
              <a:rPr kumimoji="1" lang="ko-KR" altLang="en-US" smtClean="0"/>
              <a:t>2025. 11. 24.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1090992-58AD-A5CD-8088-ADCA70A8A8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94D1E63-295B-80BD-FA04-9A3BF5D06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09080-23E2-0B40-83F7-07D595F9C67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71529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B10CB32-314E-B9A0-D4DB-2EE90D61B1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7984FA9-D858-1788-2657-C6ADD2EBDB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18B7255-D291-41E8-F16D-44CA2C692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524C0-6FB4-114E-845F-CE1D67F2418C}" type="datetimeFigureOut">
              <a:rPr kumimoji="1" lang="ko-KR" altLang="en-US" smtClean="0"/>
              <a:t>2025. 11. 24.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935CB91-021F-8014-BA02-3C9D80EBC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88A0F35-35EA-BA44-E771-B4E4C5996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09080-23E2-0B40-83F7-07D595F9C67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2302148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0C1C8F8-3B09-B371-0554-E0CB35E016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1F46FC5-09E5-82E9-C6C9-69B796DAF5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52ABAAE-400B-EA9C-6AB5-6563F1BF35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7524C0-6FB4-114E-845F-CE1D67F2418C}" type="datetimeFigureOut">
              <a:rPr kumimoji="1" lang="ko-KR" altLang="en-US" smtClean="0"/>
              <a:t>2025. 11. 24.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B4FB4BE-189A-F018-9C12-0A20A05EEA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D83A055-C08B-67EA-0418-E15BBB56DE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A09080-23E2-0B40-83F7-07D595F9C67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0902165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132824-2215-6975-D9F4-DAB5136A5C4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kumimoji="1" lang="ko-KR" altLang="en-US" dirty="0"/>
              <a:t>이것은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/>
              <a:t>테스트요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591C17F-0BD4-FA93-2A57-06B449FF78E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kumimoji="1" lang="ko-KR" altLang="en-US" dirty="0"/>
              <a:t>이것은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/>
              <a:t>테스트요</a:t>
            </a:r>
          </a:p>
        </p:txBody>
      </p:sp>
    </p:spTree>
    <p:extLst>
      <p:ext uri="{BB962C8B-B14F-4D97-AF65-F5344CB8AC3E}">
        <p14:creationId xmlns:p14="http://schemas.microsoft.com/office/powerpoint/2010/main" val="25032547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7B135E-6F1B-C65F-FC73-A5CBD9F80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C255FA-162A-2999-0483-6BB5979A86B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kumimoji="1" lang="ko-KR" altLang="en-US" dirty="0"/>
              <a:t>이것은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/>
              <a:t>테스트요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4E736C7-10DB-F29E-514B-96C57D24ADA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kumimoji="1" lang="ko-KR" altLang="en-US" dirty="0"/>
              <a:t>이것은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/>
              <a:t>테스트요</a:t>
            </a:r>
          </a:p>
        </p:txBody>
      </p:sp>
    </p:spTree>
    <p:extLst>
      <p:ext uri="{BB962C8B-B14F-4D97-AF65-F5344CB8AC3E}">
        <p14:creationId xmlns:p14="http://schemas.microsoft.com/office/powerpoint/2010/main" val="42000995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0D0D61-7047-77E7-727C-1F32C44569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3A1B28-B7FF-8B30-A021-8B5D6CC3FA4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kumimoji="1" lang="ko-KR" altLang="en-US" dirty="0"/>
              <a:t>이것은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/>
              <a:t>테스트요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F33675B-282B-7A8A-B1AA-F9DDFB9919B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kumimoji="1" lang="ko-KR" altLang="en-US" dirty="0"/>
              <a:t>이것은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/>
              <a:t>테스트요</a:t>
            </a:r>
          </a:p>
        </p:txBody>
      </p:sp>
    </p:spTree>
    <p:extLst>
      <p:ext uri="{BB962C8B-B14F-4D97-AF65-F5344CB8AC3E}">
        <p14:creationId xmlns:p14="http://schemas.microsoft.com/office/powerpoint/2010/main" val="15397968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A44F79-37AF-872C-ED90-A5315EAF87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888F25-8E52-5B6F-1159-666661F8F35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kumimoji="1" lang="ko-KR" altLang="en-US" dirty="0"/>
              <a:t>이것은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/>
              <a:t>테스트요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F04D133-2178-2477-59BC-1CC55779D5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kumimoji="1" lang="ko-KR" altLang="en-US" dirty="0"/>
              <a:t>이것은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/>
              <a:t>테스트요</a:t>
            </a:r>
          </a:p>
        </p:txBody>
      </p:sp>
    </p:spTree>
    <p:extLst>
      <p:ext uri="{BB962C8B-B14F-4D97-AF65-F5344CB8AC3E}">
        <p14:creationId xmlns:p14="http://schemas.microsoft.com/office/powerpoint/2010/main" val="2201921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1E3E01-B266-96D3-3326-7C3EF49BD0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871347-4F17-74BF-FA3B-D71AC085A4C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kumimoji="1" lang="ko-KR" altLang="en-US" dirty="0"/>
              <a:t>이것은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/>
              <a:t>테스트요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5C53CD9-A678-BCC8-1121-948E44E35FA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kumimoji="1" lang="ko-KR" altLang="en-US" dirty="0"/>
              <a:t>이것은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/>
              <a:t>테스트요</a:t>
            </a:r>
          </a:p>
        </p:txBody>
      </p:sp>
    </p:spTree>
    <p:extLst>
      <p:ext uri="{BB962C8B-B14F-4D97-AF65-F5344CB8AC3E}">
        <p14:creationId xmlns:p14="http://schemas.microsoft.com/office/powerpoint/2010/main" val="9578054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E6CDC2-1683-D8C8-318D-6EA63885A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47F804-0CAE-FA1B-33D6-F77FF72150D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kumimoji="1" lang="ko-KR" altLang="en-US" dirty="0"/>
              <a:t>이것은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/>
              <a:t>테스트요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33992C4-FB7D-6828-8946-F9174DB437F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kumimoji="1" lang="ko-KR" altLang="en-US" dirty="0"/>
              <a:t>이것은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/>
              <a:t>테스트요</a:t>
            </a:r>
          </a:p>
        </p:txBody>
      </p:sp>
    </p:spTree>
    <p:extLst>
      <p:ext uri="{BB962C8B-B14F-4D97-AF65-F5344CB8AC3E}">
        <p14:creationId xmlns:p14="http://schemas.microsoft.com/office/powerpoint/2010/main" val="42586540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A4A14A-FE25-9DB6-1A32-44E40ED52E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4F0034-CE14-95C4-2B94-383BDD84635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kumimoji="1" lang="ko-KR" altLang="en-US" dirty="0"/>
              <a:t>이것은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/>
              <a:t>테스트요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E62E4C0-C5C3-D16B-E1B1-87FB26D38E0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kumimoji="1" lang="ko-KR" altLang="en-US" dirty="0"/>
              <a:t>이것은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/>
              <a:t>테스트요</a:t>
            </a:r>
          </a:p>
        </p:txBody>
      </p:sp>
    </p:spTree>
    <p:extLst>
      <p:ext uri="{BB962C8B-B14F-4D97-AF65-F5344CB8AC3E}">
        <p14:creationId xmlns:p14="http://schemas.microsoft.com/office/powerpoint/2010/main" val="21037654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864E50-A2D0-00D2-D27A-7F6683B011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34E7E8-520C-0B9A-E776-A1A3F099F81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kumimoji="1" lang="ko-KR" altLang="en-US" dirty="0"/>
              <a:t>이것은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/>
              <a:t>테스트요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583B5EC-2388-C249-2000-999F5A6A82F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kumimoji="1" lang="ko-KR" altLang="en-US" dirty="0"/>
              <a:t>이것은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/>
              <a:t>테스트요</a:t>
            </a:r>
          </a:p>
        </p:txBody>
      </p:sp>
    </p:spTree>
    <p:extLst>
      <p:ext uri="{BB962C8B-B14F-4D97-AF65-F5344CB8AC3E}">
        <p14:creationId xmlns:p14="http://schemas.microsoft.com/office/powerpoint/2010/main" val="33952317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5EC603-73AF-941A-0720-24B96748A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FBE631-03C2-ED94-8C77-CAB7C3C02B6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kumimoji="1" lang="ko-KR" altLang="en-US" dirty="0"/>
              <a:t>이것은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/>
              <a:t>테스트요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2F4CD6E-A72C-AAB3-8AF9-88D85F4EC4D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kumimoji="1" lang="ko-KR" altLang="en-US" dirty="0"/>
              <a:t>이것은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/>
              <a:t>테스트요</a:t>
            </a:r>
          </a:p>
        </p:txBody>
      </p:sp>
    </p:spTree>
    <p:extLst>
      <p:ext uri="{BB962C8B-B14F-4D97-AF65-F5344CB8AC3E}">
        <p14:creationId xmlns:p14="http://schemas.microsoft.com/office/powerpoint/2010/main" val="22871372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4EC67B-CECB-55A8-89CC-A8FF489DB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800DB8-E8C9-D598-1E7A-77CFBECCD3D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kumimoji="1" lang="ko-KR" altLang="en-US" dirty="0"/>
              <a:t>이것은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/>
              <a:t>테스트요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0C103B9-C8BE-FD46-AD3D-98CCB2BEC07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kumimoji="1" lang="ko-KR" altLang="en-US" dirty="0"/>
              <a:t>이것은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/>
              <a:t>테스트요</a:t>
            </a:r>
          </a:p>
        </p:txBody>
      </p:sp>
    </p:spTree>
    <p:extLst>
      <p:ext uri="{BB962C8B-B14F-4D97-AF65-F5344CB8AC3E}">
        <p14:creationId xmlns:p14="http://schemas.microsoft.com/office/powerpoint/2010/main" val="18731344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4300CB-A289-B416-1673-87221AA007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4BE18D-4528-0AD5-8F16-4D831053688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kumimoji="1" lang="ko-KR" altLang="en-US" dirty="0"/>
              <a:t>이것은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/>
              <a:t>테스트요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7175779-DC34-241C-6B82-DEDDDCC7FC7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kumimoji="1" lang="ko-KR" altLang="en-US" dirty="0"/>
              <a:t>이것은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/>
              <a:t>테스트요</a:t>
            </a:r>
          </a:p>
        </p:txBody>
      </p:sp>
    </p:spTree>
    <p:extLst>
      <p:ext uri="{BB962C8B-B14F-4D97-AF65-F5344CB8AC3E}">
        <p14:creationId xmlns:p14="http://schemas.microsoft.com/office/powerpoint/2010/main" val="12563651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46095C-3712-DA32-829D-F783B7BCAF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552A82-9885-30F4-33FF-523A14CE2A5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kumimoji="1" lang="ko-KR" altLang="en-US" dirty="0"/>
              <a:t>이것은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/>
              <a:t>테스트요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669F7E8-40A2-BD36-AAF1-7D59530453D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kumimoji="1" lang="ko-KR" altLang="en-US" dirty="0"/>
              <a:t>이것은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/>
              <a:t>테스트요</a:t>
            </a:r>
          </a:p>
        </p:txBody>
      </p:sp>
    </p:spTree>
    <p:extLst>
      <p:ext uri="{BB962C8B-B14F-4D97-AF65-F5344CB8AC3E}">
        <p14:creationId xmlns:p14="http://schemas.microsoft.com/office/powerpoint/2010/main" val="37205693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C5722E-C91F-E61A-390D-04E8B1E37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6A11EC-B5BA-C903-D9DE-EF4C3E2134E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kumimoji="1" lang="ko-KR" altLang="en-US" dirty="0"/>
              <a:t>이것은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/>
              <a:t>테스트요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99962B0-751F-10A8-E5F5-66661FC6013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kumimoji="1" lang="ko-KR" altLang="en-US" dirty="0"/>
              <a:t>이것은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/>
              <a:t>테스트요</a:t>
            </a:r>
          </a:p>
        </p:txBody>
      </p:sp>
    </p:spTree>
    <p:extLst>
      <p:ext uri="{BB962C8B-B14F-4D97-AF65-F5344CB8AC3E}">
        <p14:creationId xmlns:p14="http://schemas.microsoft.com/office/powerpoint/2010/main" val="34757102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15F5E3-818F-B42C-32C0-4DC84CCF25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1F2E5D-2BE6-7E9C-88AF-928988751BE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kumimoji="1" lang="ko-KR" altLang="en-US" dirty="0"/>
              <a:t>이것은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/>
              <a:t>테스트요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D109D57-EBB7-F69E-F954-BFE674A5976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kumimoji="1" lang="ko-KR" altLang="en-US" dirty="0"/>
              <a:t>이것은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/>
              <a:t>테스트요</a:t>
            </a:r>
          </a:p>
        </p:txBody>
      </p:sp>
    </p:spTree>
    <p:extLst>
      <p:ext uri="{BB962C8B-B14F-4D97-AF65-F5344CB8AC3E}">
        <p14:creationId xmlns:p14="http://schemas.microsoft.com/office/powerpoint/2010/main" val="40170320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C09B16-A3D2-2D8D-B9B2-B24B77DE43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52416C-4346-D169-ECDA-4F382B61C4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kumimoji="1" lang="ko-KR" altLang="en-US" dirty="0"/>
              <a:t>이것은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/>
              <a:t>테스트요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375C82C-3A3A-ACDF-93CD-E474E90E796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kumimoji="1" lang="ko-KR" altLang="en-US" dirty="0"/>
              <a:t>이것은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/>
              <a:t>테스트요</a:t>
            </a:r>
          </a:p>
        </p:txBody>
      </p:sp>
    </p:spTree>
    <p:extLst>
      <p:ext uri="{BB962C8B-B14F-4D97-AF65-F5344CB8AC3E}">
        <p14:creationId xmlns:p14="http://schemas.microsoft.com/office/powerpoint/2010/main" val="42038149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930</Words>
  <Application>Microsoft Macintosh PowerPoint</Application>
  <PresentationFormat>와이드스크린</PresentationFormat>
  <Paragraphs>30</Paragraphs>
  <Slides>15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8" baseType="lpstr">
      <vt:lpstr>맑은 고딕</vt:lpstr>
      <vt:lpstr>Arial</vt:lpstr>
      <vt:lpstr>Office 테마</vt:lpstr>
      <vt:lpstr>이것은 USB 테스트요이것은 USB 테스트요이것은 USB 테스트요이것은 USB 테스트요이것은 USB 테스트요이것은 USB 테스트요이것은 USB 테스트요이것은 USB 테스트요</vt:lpstr>
      <vt:lpstr>이것은 USB 테스트요이것은 USB 테스트요이것은 USB 테스트요이것은 USB 테스트요이것은 USB 테스트요이것은 USB 테스트요이것은 USB 테스트요이것은 USB 테스트요</vt:lpstr>
      <vt:lpstr>이것은 USB 테스트요이것은 USB 테스트요이것은 USB 테스트요이것은 USB 테스트요이것은 USB 테스트요이것은 USB 테스트요이것은 USB 테스트요이것은 USB 테스트요</vt:lpstr>
      <vt:lpstr>이것은 USB 테스트요이것은 USB 테스트요이것은 USB 테스트요이것은 USB 테스트요이것은 USB 테스트요이것은 USB 테스트요이것은 USB 테스트요이것은 USB 테스트요</vt:lpstr>
      <vt:lpstr>이것은 USB 테스트요이것은 USB 테스트요이것은 USB 테스트요이것은 USB 테스트요이것은 USB 테스트요이것은 USB 테스트요이것은 USB 테스트요이것은 USB 테스트요</vt:lpstr>
      <vt:lpstr>이것은 USB 테스트요이것은 USB 테스트요이것은 USB 테스트요이것은 USB 테스트요이것은 USB 테스트요이것은 USB 테스트요이것은 USB 테스트요이것은 USB 테스트요</vt:lpstr>
      <vt:lpstr>이것은 USB 테스트요이것은 USB 테스트요이것은 USB 테스트요이것은 USB 테스트요이것은 USB 테스트요이것은 USB 테스트요이것은 USB 테스트요이것은 USB 테스트요</vt:lpstr>
      <vt:lpstr>이것은 USB 테스트요이것은 USB 테스트요이것은 USB 테스트요이것은 USB 테스트요이것은 USB 테스트요이것은 USB 테스트요이것은 USB 테스트요이것은 USB 테스트요</vt:lpstr>
      <vt:lpstr>이것은 USB 테스트요이것은 USB 테스트요이것은 USB 테스트요이것은 USB 테스트요이것은 USB 테스트요이것은 USB 테스트요이것은 USB 테스트요이것은 USB 테스트요</vt:lpstr>
      <vt:lpstr>이것은 USB 테스트요이것은 USB 테스트요이것은 USB 테스트요이것은 USB 테스트요이것은 USB 테스트요이것은 USB 테스트요이것은 USB 테스트요이것은 USB 테스트요</vt:lpstr>
      <vt:lpstr>이것은 USB 테스트요이것은 USB 테스트요이것은 USB 테스트요이것은 USB 테스트요이것은 USB 테스트요이것은 USB 테스트요이것은 USB 테스트요이것은 USB 테스트요</vt:lpstr>
      <vt:lpstr>이것은 USB 테스트요이것은 USB 테스트요이것은 USB 테스트요이것은 USB 테스트요이것은 USB 테스트요이것은 USB 테스트요이것은 USB 테스트요이것은 USB 테스트요</vt:lpstr>
      <vt:lpstr>이것은 USB 테스트요이것은 USB 테스트요이것은 USB 테스트요이것은 USB 테스트요이것은 USB 테스트요이것은 USB 테스트요이것은 USB 테스트요이것은 USB 테스트요</vt:lpstr>
      <vt:lpstr>이것은 USB 테스트요이것은 USB 테스트요이것은 USB 테스트요이것은 USB 테스트요이것은 USB 테스트요이것은 USB 테스트요이것은 USB 테스트요이것은 USB 테스트요</vt:lpstr>
      <vt:lpstr>이것은 USB 테스트요이것은 USB 테스트요이것은 USB 테스트요이것은 USB 테스트요이것은 USB 테스트요이것은 USB 테스트요이것은 USB 테스트요이것은 USB 테스트요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박성진</dc:creator>
  <cp:lastModifiedBy>박성진</cp:lastModifiedBy>
  <cp:revision>1</cp:revision>
  <dcterms:created xsi:type="dcterms:W3CDTF">2025-11-24T01:39:01Z</dcterms:created>
  <dcterms:modified xsi:type="dcterms:W3CDTF">2025-11-24T01:39:29Z</dcterms:modified>
</cp:coreProperties>
</file>
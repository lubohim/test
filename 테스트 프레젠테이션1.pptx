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2C5F7-8342-645D-EADA-1BC217DAF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8B2FCA-B356-C441-A257-62E074416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7A81FC-11F9-9127-C14F-961FB7AA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5EBE-86E8-394E-87FC-6868FBFEFB3B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F20D9-464B-FD10-1BF2-5C0AEF66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94F9B4-CB1D-6B05-CFAC-8DC4033F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590B-C929-0840-83DE-D5BF111F9D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4495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935F0-A399-EE0A-F6F4-F3FB0368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1A9276-8EDC-FC13-0462-7B7E205AD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046209-A4BA-9788-7900-96183F9C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5EBE-86E8-394E-87FC-6868FBFEFB3B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6046A8-D2AE-F91A-A8AF-A9203EA0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2667E4-2905-EB22-5073-F76C28025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590B-C929-0840-83DE-D5BF111F9D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1248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DB3B6-5549-207A-D07C-33547DF7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A1083E-65A6-22D6-FC0D-5021642CA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355EE-1C60-99E7-0BA7-6F51B83F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5EBE-86E8-394E-87FC-6868FBFEFB3B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D39E37-3826-C50D-98E7-A961C0453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9C77FF-DC26-9E5D-A2A0-FDCB4814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590B-C929-0840-83DE-D5BF111F9D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856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8CD00E-B2C0-80D1-837D-EF165E98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09BBEA-84C5-04AD-25ED-753FE5A98E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F0E426-BAF7-CFE0-DBB2-1D7170583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A0C88E-5052-FC88-AD27-49818AB39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5EBE-86E8-394E-87FC-6868FBFEFB3B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33CEAC-7370-0660-41DC-E2099D88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25D501-CA9F-DC30-8556-F1A906CAD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590B-C929-0840-83DE-D5BF111F9D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0090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E7F6A8-C9E3-53E1-3E5E-417C23AD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E465D1-B250-8AB2-0B92-947DBE618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E69D4D-643F-2428-5213-65FA61F51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9B0FCC-5F30-64DB-AA82-D63FF7771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41D722-409B-3557-B058-5E793FF4B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012376E-0C99-DC48-F8F1-83B3D6276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5EBE-86E8-394E-87FC-6868FBFEFB3B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F168ED-B357-F30A-869D-5C1191BE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4F7F70-3689-8659-5D50-14FAB738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590B-C929-0840-83DE-D5BF111F9D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278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DEA59-BBA3-688F-9505-A7CB92EEA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696651A-D332-18D9-61D8-F3CAD6D9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5EBE-86E8-394E-87FC-6868FBFEFB3B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C9C7AE-1255-092A-4036-E60902FF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8A335C-BE08-548C-39CA-3BF208F1D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590B-C929-0840-83DE-D5BF111F9D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1276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9085A5-DFED-C9F9-66FE-89B4D4D2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5EBE-86E8-394E-87FC-6868FBFEFB3B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BF07A9-DF22-953E-E7E0-0DD6420EA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D85A2B-6019-D498-FF52-5FD0208B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590B-C929-0840-83DE-D5BF111F9D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4438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4DEA8-1E27-F94E-47E0-710BA6652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14634-7CB6-666A-6695-03AA6146E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DD3FE1-F106-422E-080D-03A29CEE2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DDD8BC-3F8B-D272-9D7E-8908C6304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5EBE-86E8-394E-87FC-6868FBFEFB3B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EA6F67-C3F8-DFAF-6646-1D8FE8F6F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834806-E978-C753-08CF-7006484D7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590B-C929-0840-83DE-D5BF111F9D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596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A1EC8-966B-5DDF-CF49-82D47F76D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EFB5BD-7038-23C7-EC27-FD5A548F5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785D29-7342-8C4D-07F9-27EFCF5F7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7D7786-2E95-C9A7-A1EA-D1AEAB2F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5EBE-86E8-394E-87FC-6868FBFEFB3B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F33971-89BC-6FAE-D970-0D9794838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E737DF-AAAF-3E26-C731-CF700FE4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590B-C929-0840-83DE-D5BF111F9D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08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119C0-4D77-8485-8BAE-03C6DBE1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60121A-5CAC-C997-5D53-570FA493D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C782C3-F330-8404-7F74-E9103858B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5EBE-86E8-394E-87FC-6868FBFEFB3B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17E74C-A16A-B2AE-7888-23D5492A1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A71D08-ABE7-BD8B-56F2-1E81D84F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590B-C929-0840-83DE-D5BF111F9D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258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580A40-E136-C86C-3C18-E8E649F0E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90599A-AE17-7D74-250C-0345B89E3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9AC9A-BA38-AABC-8984-34510D101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5EBE-86E8-394E-87FC-6868FBFEFB3B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86F781-6241-AC7D-9324-8E5285B1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5B9298-9ECF-61EA-4EA0-9F24761B7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590B-C929-0840-83DE-D5BF111F9D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484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ABF9ED-62A4-1AC4-C9F2-733BD5C12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C4C7DC-F333-57D0-1A6C-CB1645A1A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026B32-9136-62E8-5567-1EF690976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A5EBE-86E8-394E-87FC-6868FBFEFB3B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3B68B3-4C78-9FE5-4C5E-A6D8DF552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6FD3C3-2CFD-2525-A4C8-623CB08E9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E590B-C929-0840-83DE-D5BF111F9D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3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E4C27-9B43-64EC-2869-30845C45F5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USB </a:t>
            </a:r>
            <a:r>
              <a:rPr kumimoji="1" lang="ko-KR" altLang="en-US" dirty="0"/>
              <a:t>반출 테스트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23B73C-DA05-AAF4-01EB-C86607BE63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ko-KR" altLang="en-US" dirty="0"/>
              <a:t>테스트 </a:t>
            </a:r>
            <a:r>
              <a:rPr kumimoji="1" lang="en-US" altLang="ko-KR"/>
              <a:t>1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3652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USB 반출 테스트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박성진</dc:creator>
  <cp:lastModifiedBy>박성진</cp:lastModifiedBy>
  <cp:revision>1</cp:revision>
  <dcterms:created xsi:type="dcterms:W3CDTF">2025-12-08T00:30:22Z</dcterms:created>
  <dcterms:modified xsi:type="dcterms:W3CDTF">2025-12-08T00:30:49Z</dcterms:modified>
</cp:coreProperties>
</file>
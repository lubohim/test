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35"/>
  </p:normalViewPr>
  <p:slideViewPr>
    <p:cSldViewPr snapToGrid="0">
      <p:cViewPr varScale="1">
        <p:scale>
          <a:sx n="120" d="100"/>
          <a:sy n="120" d="100"/>
        </p:scale>
        <p:origin x="28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F2ACC01-F01B-643D-3249-C2C949BBC52B}"/>
              </a:ext>
            </a:extLst>
          </p:cNvPr>
          <p:cNvSpPr>
            <a:spLocks noGrp="1"/>
          </p:cNvSpPr>
          <p:nvPr>
            <p:ph type="ctrTitle"/>
          </p:nvPr>
        </p:nvSpPr>
        <p:spPr>
          <a:xfrm>
            <a:off x="1524000" y="1122363"/>
            <a:ext cx="9144000" cy="2387600"/>
          </a:xfrm>
        </p:spPr>
        <p:txBody>
          <a:bodyPr anchor="b"/>
          <a:lstStyle>
            <a:lvl1pPr algn="ctr">
              <a:defRPr sz="6000"/>
            </a:lvl1pPr>
          </a:lstStyle>
          <a:p>
            <a:r>
              <a:rPr kumimoji="1" lang="ko-KR" altLang="en-US"/>
              <a:t>마스터 제목 스타일 편집</a:t>
            </a:r>
          </a:p>
        </p:txBody>
      </p:sp>
      <p:sp>
        <p:nvSpPr>
          <p:cNvPr id="3" name="부제목 2">
            <a:extLst>
              <a:ext uri="{FF2B5EF4-FFF2-40B4-BE49-F238E27FC236}">
                <a16:creationId xmlns:a16="http://schemas.microsoft.com/office/drawing/2014/main" id="{4E275813-D9E8-DFC3-B2FE-5425F65348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ko-KR" altLang="en-US"/>
              <a:t>클릭하여 마스터 부제목 스타일 편집</a:t>
            </a:r>
          </a:p>
        </p:txBody>
      </p:sp>
      <p:sp>
        <p:nvSpPr>
          <p:cNvPr id="4" name="날짜 개체 틀 3">
            <a:extLst>
              <a:ext uri="{FF2B5EF4-FFF2-40B4-BE49-F238E27FC236}">
                <a16:creationId xmlns:a16="http://schemas.microsoft.com/office/drawing/2014/main" id="{8C0592AA-414E-8B10-9FC4-1CAA7B6C16C5}"/>
              </a:ext>
            </a:extLst>
          </p:cNvPr>
          <p:cNvSpPr>
            <a:spLocks noGrp="1"/>
          </p:cNvSpPr>
          <p:nvPr>
            <p:ph type="dt" sz="half" idx="10"/>
          </p:nvPr>
        </p:nvSpPr>
        <p:spPr/>
        <p:txBody>
          <a:bodyPr/>
          <a:lstStyle/>
          <a:p>
            <a:fld id="{202B6E38-994D-4E41-8907-C1766FE393DF}" type="datetimeFigureOut">
              <a:rPr kumimoji="1" lang="ko-KR" altLang="en-US" smtClean="0"/>
              <a:t>2025. 11. 19.</a:t>
            </a:fld>
            <a:endParaRPr kumimoji="1" lang="ko-KR" altLang="en-US"/>
          </a:p>
        </p:txBody>
      </p:sp>
      <p:sp>
        <p:nvSpPr>
          <p:cNvPr id="5" name="바닥글 개체 틀 4">
            <a:extLst>
              <a:ext uri="{FF2B5EF4-FFF2-40B4-BE49-F238E27FC236}">
                <a16:creationId xmlns:a16="http://schemas.microsoft.com/office/drawing/2014/main" id="{5289476D-2B37-DE29-51A7-F4116EB8975D}"/>
              </a:ext>
            </a:extLst>
          </p:cNvPr>
          <p:cNvSpPr>
            <a:spLocks noGrp="1"/>
          </p:cNvSpPr>
          <p:nvPr>
            <p:ph type="ftr" sz="quarter" idx="11"/>
          </p:nvPr>
        </p:nvSpPr>
        <p:spPr/>
        <p:txBody>
          <a:bodyPr/>
          <a:lstStyle/>
          <a:p>
            <a:endParaRPr kumimoji="1" lang="ko-KR" altLang="en-US"/>
          </a:p>
        </p:txBody>
      </p:sp>
      <p:sp>
        <p:nvSpPr>
          <p:cNvPr id="6" name="슬라이드 번호 개체 틀 5">
            <a:extLst>
              <a:ext uri="{FF2B5EF4-FFF2-40B4-BE49-F238E27FC236}">
                <a16:creationId xmlns:a16="http://schemas.microsoft.com/office/drawing/2014/main" id="{E79FB61C-6BC5-4F8C-ED5E-350C0F17BDCB}"/>
              </a:ext>
            </a:extLst>
          </p:cNvPr>
          <p:cNvSpPr>
            <a:spLocks noGrp="1"/>
          </p:cNvSpPr>
          <p:nvPr>
            <p:ph type="sldNum" sz="quarter" idx="12"/>
          </p:nvPr>
        </p:nvSpPr>
        <p:spPr/>
        <p:txBody>
          <a:bodyPr/>
          <a:lstStyle/>
          <a:p>
            <a:fld id="{E7F8FB4F-76C2-F849-8DFF-F1A7D2DE741C}" type="slidenum">
              <a:rPr kumimoji="1" lang="ko-KR" altLang="en-US" smtClean="0"/>
              <a:t>‹#›</a:t>
            </a:fld>
            <a:endParaRPr kumimoji="1" lang="ko-KR" altLang="en-US"/>
          </a:p>
        </p:txBody>
      </p:sp>
    </p:spTree>
    <p:extLst>
      <p:ext uri="{BB962C8B-B14F-4D97-AF65-F5344CB8AC3E}">
        <p14:creationId xmlns:p14="http://schemas.microsoft.com/office/powerpoint/2010/main" val="2016155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F73659F-E879-9D11-110E-AFAA468F8A66}"/>
              </a:ext>
            </a:extLst>
          </p:cNvPr>
          <p:cNvSpPr>
            <a:spLocks noGrp="1"/>
          </p:cNvSpPr>
          <p:nvPr>
            <p:ph type="title"/>
          </p:nvPr>
        </p:nvSpPr>
        <p:spPr/>
        <p:txBody>
          <a:bodyPr/>
          <a:lstStyle/>
          <a:p>
            <a:r>
              <a:rPr kumimoji="1" lang="ko-KR" altLang="en-US"/>
              <a:t>마스터 제목 스타일 편집</a:t>
            </a:r>
          </a:p>
        </p:txBody>
      </p:sp>
      <p:sp>
        <p:nvSpPr>
          <p:cNvPr id="3" name="내용 개체 틀 2">
            <a:extLst>
              <a:ext uri="{FF2B5EF4-FFF2-40B4-BE49-F238E27FC236}">
                <a16:creationId xmlns:a16="http://schemas.microsoft.com/office/drawing/2014/main" id="{C0AE9C1D-CDDA-8A53-D753-97229A4B4F59}"/>
              </a:ext>
            </a:extLst>
          </p:cNvPr>
          <p:cNvSpPr>
            <a:spLocks noGrp="1"/>
          </p:cNvSpPr>
          <p:nvPr>
            <p:ph idx="1"/>
          </p:nvPr>
        </p:nvSpPr>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날짜 개체 틀 3">
            <a:extLst>
              <a:ext uri="{FF2B5EF4-FFF2-40B4-BE49-F238E27FC236}">
                <a16:creationId xmlns:a16="http://schemas.microsoft.com/office/drawing/2014/main" id="{3D84F2D7-DD87-928E-CEAC-5FDC320703BF}"/>
              </a:ext>
            </a:extLst>
          </p:cNvPr>
          <p:cNvSpPr>
            <a:spLocks noGrp="1"/>
          </p:cNvSpPr>
          <p:nvPr>
            <p:ph type="dt" sz="half" idx="10"/>
          </p:nvPr>
        </p:nvSpPr>
        <p:spPr/>
        <p:txBody>
          <a:bodyPr/>
          <a:lstStyle/>
          <a:p>
            <a:fld id="{202B6E38-994D-4E41-8907-C1766FE393DF}" type="datetimeFigureOut">
              <a:rPr kumimoji="1" lang="ko-KR" altLang="en-US" smtClean="0"/>
              <a:t>2025. 11. 19.</a:t>
            </a:fld>
            <a:endParaRPr kumimoji="1" lang="ko-KR" altLang="en-US"/>
          </a:p>
        </p:txBody>
      </p:sp>
      <p:sp>
        <p:nvSpPr>
          <p:cNvPr id="5" name="바닥글 개체 틀 4">
            <a:extLst>
              <a:ext uri="{FF2B5EF4-FFF2-40B4-BE49-F238E27FC236}">
                <a16:creationId xmlns:a16="http://schemas.microsoft.com/office/drawing/2014/main" id="{FFF35BE2-B0AE-DD88-F18C-9991034F4128}"/>
              </a:ext>
            </a:extLst>
          </p:cNvPr>
          <p:cNvSpPr>
            <a:spLocks noGrp="1"/>
          </p:cNvSpPr>
          <p:nvPr>
            <p:ph type="ftr" sz="quarter" idx="11"/>
          </p:nvPr>
        </p:nvSpPr>
        <p:spPr/>
        <p:txBody>
          <a:bodyPr/>
          <a:lstStyle/>
          <a:p>
            <a:endParaRPr kumimoji="1" lang="ko-KR" altLang="en-US"/>
          </a:p>
        </p:txBody>
      </p:sp>
      <p:sp>
        <p:nvSpPr>
          <p:cNvPr id="6" name="슬라이드 번호 개체 틀 5">
            <a:extLst>
              <a:ext uri="{FF2B5EF4-FFF2-40B4-BE49-F238E27FC236}">
                <a16:creationId xmlns:a16="http://schemas.microsoft.com/office/drawing/2014/main" id="{9381B040-4D79-734B-0CE5-41E139603C6F}"/>
              </a:ext>
            </a:extLst>
          </p:cNvPr>
          <p:cNvSpPr>
            <a:spLocks noGrp="1"/>
          </p:cNvSpPr>
          <p:nvPr>
            <p:ph type="sldNum" sz="quarter" idx="12"/>
          </p:nvPr>
        </p:nvSpPr>
        <p:spPr/>
        <p:txBody>
          <a:bodyPr/>
          <a:lstStyle/>
          <a:p>
            <a:fld id="{E7F8FB4F-76C2-F849-8DFF-F1A7D2DE741C}" type="slidenum">
              <a:rPr kumimoji="1" lang="ko-KR" altLang="en-US" smtClean="0"/>
              <a:t>‹#›</a:t>
            </a:fld>
            <a:endParaRPr kumimoji="1" lang="ko-KR" altLang="en-US"/>
          </a:p>
        </p:txBody>
      </p:sp>
    </p:spTree>
    <p:extLst>
      <p:ext uri="{BB962C8B-B14F-4D97-AF65-F5344CB8AC3E}">
        <p14:creationId xmlns:p14="http://schemas.microsoft.com/office/powerpoint/2010/main" val="3550022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632F0F9-3996-0950-16E7-634C8D2FE469}"/>
              </a:ext>
            </a:extLst>
          </p:cNvPr>
          <p:cNvSpPr>
            <a:spLocks noGrp="1"/>
          </p:cNvSpPr>
          <p:nvPr>
            <p:ph type="title"/>
          </p:nvPr>
        </p:nvSpPr>
        <p:spPr>
          <a:xfrm>
            <a:off x="831850" y="1709738"/>
            <a:ext cx="10515600" cy="2852737"/>
          </a:xfrm>
        </p:spPr>
        <p:txBody>
          <a:bodyPr anchor="b"/>
          <a:lstStyle>
            <a:lvl1pPr>
              <a:defRPr sz="6000"/>
            </a:lvl1pPr>
          </a:lstStyle>
          <a:p>
            <a:r>
              <a:rPr kumimoji="1" lang="ko-KR" altLang="en-US"/>
              <a:t>마스터 제목 스타일 편집</a:t>
            </a:r>
          </a:p>
        </p:txBody>
      </p:sp>
      <p:sp>
        <p:nvSpPr>
          <p:cNvPr id="3" name="텍스트 개체 틀 2">
            <a:extLst>
              <a:ext uri="{FF2B5EF4-FFF2-40B4-BE49-F238E27FC236}">
                <a16:creationId xmlns:a16="http://schemas.microsoft.com/office/drawing/2014/main" id="{2903AA6D-2940-C14A-62A4-A6EB1396D0A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ko-KR" altLang="en-US"/>
              <a:t>마스터 텍스트 스타일을 편집하려면 클릭</a:t>
            </a:r>
          </a:p>
        </p:txBody>
      </p:sp>
      <p:sp>
        <p:nvSpPr>
          <p:cNvPr id="4" name="날짜 개체 틀 3">
            <a:extLst>
              <a:ext uri="{FF2B5EF4-FFF2-40B4-BE49-F238E27FC236}">
                <a16:creationId xmlns:a16="http://schemas.microsoft.com/office/drawing/2014/main" id="{150E4061-F905-6DAC-8FE0-7967CDF2DA26}"/>
              </a:ext>
            </a:extLst>
          </p:cNvPr>
          <p:cNvSpPr>
            <a:spLocks noGrp="1"/>
          </p:cNvSpPr>
          <p:nvPr>
            <p:ph type="dt" sz="half" idx="10"/>
          </p:nvPr>
        </p:nvSpPr>
        <p:spPr/>
        <p:txBody>
          <a:bodyPr/>
          <a:lstStyle/>
          <a:p>
            <a:fld id="{202B6E38-994D-4E41-8907-C1766FE393DF}" type="datetimeFigureOut">
              <a:rPr kumimoji="1" lang="ko-KR" altLang="en-US" smtClean="0"/>
              <a:t>2025. 11. 19.</a:t>
            </a:fld>
            <a:endParaRPr kumimoji="1" lang="ko-KR" altLang="en-US"/>
          </a:p>
        </p:txBody>
      </p:sp>
      <p:sp>
        <p:nvSpPr>
          <p:cNvPr id="5" name="바닥글 개체 틀 4">
            <a:extLst>
              <a:ext uri="{FF2B5EF4-FFF2-40B4-BE49-F238E27FC236}">
                <a16:creationId xmlns:a16="http://schemas.microsoft.com/office/drawing/2014/main" id="{E0DC0F50-B78B-B0E2-48D7-B91BD0BC03F4}"/>
              </a:ext>
            </a:extLst>
          </p:cNvPr>
          <p:cNvSpPr>
            <a:spLocks noGrp="1"/>
          </p:cNvSpPr>
          <p:nvPr>
            <p:ph type="ftr" sz="quarter" idx="11"/>
          </p:nvPr>
        </p:nvSpPr>
        <p:spPr/>
        <p:txBody>
          <a:bodyPr/>
          <a:lstStyle/>
          <a:p>
            <a:endParaRPr kumimoji="1" lang="ko-KR" altLang="en-US"/>
          </a:p>
        </p:txBody>
      </p:sp>
      <p:sp>
        <p:nvSpPr>
          <p:cNvPr id="6" name="슬라이드 번호 개체 틀 5">
            <a:extLst>
              <a:ext uri="{FF2B5EF4-FFF2-40B4-BE49-F238E27FC236}">
                <a16:creationId xmlns:a16="http://schemas.microsoft.com/office/drawing/2014/main" id="{EDD82BF5-6C91-B287-3D55-EF5D902A86C1}"/>
              </a:ext>
            </a:extLst>
          </p:cNvPr>
          <p:cNvSpPr>
            <a:spLocks noGrp="1"/>
          </p:cNvSpPr>
          <p:nvPr>
            <p:ph type="sldNum" sz="quarter" idx="12"/>
          </p:nvPr>
        </p:nvSpPr>
        <p:spPr/>
        <p:txBody>
          <a:bodyPr/>
          <a:lstStyle/>
          <a:p>
            <a:fld id="{E7F8FB4F-76C2-F849-8DFF-F1A7D2DE741C}" type="slidenum">
              <a:rPr kumimoji="1" lang="ko-KR" altLang="en-US" smtClean="0"/>
              <a:t>‹#›</a:t>
            </a:fld>
            <a:endParaRPr kumimoji="1" lang="ko-KR" altLang="en-US"/>
          </a:p>
        </p:txBody>
      </p:sp>
    </p:spTree>
    <p:extLst>
      <p:ext uri="{BB962C8B-B14F-4D97-AF65-F5344CB8AC3E}">
        <p14:creationId xmlns:p14="http://schemas.microsoft.com/office/powerpoint/2010/main" val="551819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3F9AC61-CF86-F23A-C110-F2FE7E523C69}"/>
              </a:ext>
            </a:extLst>
          </p:cNvPr>
          <p:cNvSpPr>
            <a:spLocks noGrp="1"/>
          </p:cNvSpPr>
          <p:nvPr>
            <p:ph type="title"/>
          </p:nvPr>
        </p:nvSpPr>
        <p:spPr/>
        <p:txBody>
          <a:bodyPr/>
          <a:lstStyle/>
          <a:p>
            <a:r>
              <a:rPr kumimoji="1" lang="ko-KR" altLang="en-US"/>
              <a:t>마스터 제목 스타일 편집</a:t>
            </a:r>
          </a:p>
        </p:txBody>
      </p:sp>
      <p:sp>
        <p:nvSpPr>
          <p:cNvPr id="3" name="내용 개체 틀 2">
            <a:extLst>
              <a:ext uri="{FF2B5EF4-FFF2-40B4-BE49-F238E27FC236}">
                <a16:creationId xmlns:a16="http://schemas.microsoft.com/office/drawing/2014/main" id="{B01160EC-E796-521C-3406-7C1CA989D66C}"/>
              </a:ext>
            </a:extLst>
          </p:cNvPr>
          <p:cNvSpPr>
            <a:spLocks noGrp="1"/>
          </p:cNvSpPr>
          <p:nvPr>
            <p:ph sz="half" idx="1"/>
          </p:nvPr>
        </p:nvSpPr>
        <p:spPr>
          <a:xfrm>
            <a:off x="838200" y="1825625"/>
            <a:ext cx="5181600" cy="4351338"/>
          </a:xfrm>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내용 개체 틀 3">
            <a:extLst>
              <a:ext uri="{FF2B5EF4-FFF2-40B4-BE49-F238E27FC236}">
                <a16:creationId xmlns:a16="http://schemas.microsoft.com/office/drawing/2014/main" id="{0F46C7B7-D641-A616-D3F3-ED5C548D3AFF}"/>
              </a:ext>
            </a:extLst>
          </p:cNvPr>
          <p:cNvSpPr>
            <a:spLocks noGrp="1"/>
          </p:cNvSpPr>
          <p:nvPr>
            <p:ph sz="half" idx="2"/>
          </p:nvPr>
        </p:nvSpPr>
        <p:spPr>
          <a:xfrm>
            <a:off x="6172200" y="1825625"/>
            <a:ext cx="5181600" cy="4351338"/>
          </a:xfrm>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5" name="날짜 개체 틀 4">
            <a:extLst>
              <a:ext uri="{FF2B5EF4-FFF2-40B4-BE49-F238E27FC236}">
                <a16:creationId xmlns:a16="http://schemas.microsoft.com/office/drawing/2014/main" id="{92C363FB-8F03-42E1-D64A-C824791DF8E0}"/>
              </a:ext>
            </a:extLst>
          </p:cNvPr>
          <p:cNvSpPr>
            <a:spLocks noGrp="1"/>
          </p:cNvSpPr>
          <p:nvPr>
            <p:ph type="dt" sz="half" idx="10"/>
          </p:nvPr>
        </p:nvSpPr>
        <p:spPr/>
        <p:txBody>
          <a:bodyPr/>
          <a:lstStyle/>
          <a:p>
            <a:fld id="{202B6E38-994D-4E41-8907-C1766FE393DF}" type="datetimeFigureOut">
              <a:rPr kumimoji="1" lang="ko-KR" altLang="en-US" smtClean="0"/>
              <a:t>2025. 11. 19.</a:t>
            </a:fld>
            <a:endParaRPr kumimoji="1" lang="ko-KR" altLang="en-US"/>
          </a:p>
        </p:txBody>
      </p:sp>
      <p:sp>
        <p:nvSpPr>
          <p:cNvPr id="6" name="바닥글 개체 틀 5">
            <a:extLst>
              <a:ext uri="{FF2B5EF4-FFF2-40B4-BE49-F238E27FC236}">
                <a16:creationId xmlns:a16="http://schemas.microsoft.com/office/drawing/2014/main" id="{44F0AB00-6BFD-B72F-CD15-EEB7948FD9D1}"/>
              </a:ext>
            </a:extLst>
          </p:cNvPr>
          <p:cNvSpPr>
            <a:spLocks noGrp="1"/>
          </p:cNvSpPr>
          <p:nvPr>
            <p:ph type="ftr" sz="quarter" idx="11"/>
          </p:nvPr>
        </p:nvSpPr>
        <p:spPr/>
        <p:txBody>
          <a:bodyPr/>
          <a:lstStyle/>
          <a:p>
            <a:endParaRPr kumimoji="1" lang="ko-KR" altLang="en-US"/>
          </a:p>
        </p:txBody>
      </p:sp>
      <p:sp>
        <p:nvSpPr>
          <p:cNvPr id="7" name="슬라이드 번호 개체 틀 6">
            <a:extLst>
              <a:ext uri="{FF2B5EF4-FFF2-40B4-BE49-F238E27FC236}">
                <a16:creationId xmlns:a16="http://schemas.microsoft.com/office/drawing/2014/main" id="{BFCDA4DC-F915-5B6A-4CF7-5F3F45C0BEFE}"/>
              </a:ext>
            </a:extLst>
          </p:cNvPr>
          <p:cNvSpPr>
            <a:spLocks noGrp="1"/>
          </p:cNvSpPr>
          <p:nvPr>
            <p:ph type="sldNum" sz="quarter" idx="12"/>
          </p:nvPr>
        </p:nvSpPr>
        <p:spPr/>
        <p:txBody>
          <a:bodyPr/>
          <a:lstStyle/>
          <a:p>
            <a:fld id="{E7F8FB4F-76C2-F849-8DFF-F1A7D2DE741C}" type="slidenum">
              <a:rPr kumimoji="1" lang="ko-KR" altLang="en-US" smtClean="0"/>
              <a:t>‹#›</a:t>
            </a:fld>
            <a:endParaRPr kumimoji="1" lang="ko-KR" altLang="en-US"/>
          </a:p>
        </p:txBody>
      </p:sp>
    </p:spTree>
    <p:extLst>
      <p:ext uri="{BB962C8B-B14F-4D97-AF65-F5344CB8AC3E}">
        <p14:creationId xmlns:p14="http://schemas.microsoft.com/office/powerpoint/2010/main" val="19958175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B163724-C990-3B6D-F021-EE345C143DFF}"/>
              </a:ext>
            </a:extLst>
          </p:cNvPr>
          <p:cNvSpPr>
            <a:spLocks noGrp="1"/>
          </p:cNvSpPr>
          <p:nvPr>
            <p:ph type="title"/>
          </p:nvPr>
        </p:nvSpPr>
        <p:spPr>
          <a:xfrm>
            <a:off x="839788" y="365125"/>
            <a:ext cx="10515600" cy="1325563"/>
          </a:xfrm>
        </p:spPr>
        <p:txBody>
          <a:bodyPr/>
          <a:lstStyle/>
          <a:p>
            <a:r>
              <a:rPr kumimoji="1" lang="ko-KR" altLang="en-US"/>
              <a:t>마스터 제목 스타일 편집</a:t>
            </a:r>
          </a:p>
        </p:txBody>
      </p:sp>
      <p:sp>
        <p:nvSpPr>
          <p:cNvPr id="3" name="텍스트 개체 틀 2">
            <a:extLst>
              <a:ext uri="{FF2B5EF4-FFF2-40B4-BE49-F238E27FC236}">
                <a16:creationId xmlns:a16="http://schemas.microsoft.com/office/drawing/2014/main" id="{D0F9A44A-EC43-4F15-8C0C-222FEAF4B8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ko-KR" altLang="en-US"/>
              <a:t>마스터 텍스트 스타일을 편집하려면 클릭</a:t>
            </a:r>
          </a:p>
        </p:txBody>
      </p:sp>
      <p:sp>
        <p:nvSpPr>
          <p:cNvPr id="4" name="내용 개체 틀 3">
            <a:extLst>
              <a:ext uri="{FF2B5EF4-FFF2-40B4-BE49-F238E27FC236}">
                <a16:creationId xmlns:a16="http://schemas.microsoft.com/office/drawing/2014/main" id="{C895D904-6A31-625B-DFE8-C4FC71193628}"/>
              </a:ext>
            </a:extLst>
          </p:cNvPr>
          <p:cNvSpPr>
            <a:spLocks noGrp="1"/>
          </p:cNvSpPr>
          <p:nvPr>
            <p:ph sz="half" idx="2"/>
          </p:nvPr>
        </p:nvSpPr>
        <p:spPr>
          <a:xfrm>
            <a:off x="839788" y="2505075"/>
            <a:ext cx="5157787" cy="3684588"/>
          </a:xfrm>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5" name="텍스트 개체 틀 4">
            <a:extLst>
              <a:ext uri="{FF2B5EF4-FFF2-40B4-BE49-F238E27FC236}">
                <a16:creationId xmlns:a16="http://schemas.microsoft.com/office/drawing/2014/main" id="{AE7AA576-87C2-86D8-776E-DC09BD499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ko-KR" altLang="en-US"/>
              <a:t>마스터 텍스트 스타일을 편집하려면 클릭</a:t>
            </a:r>
          </a:p>
        </p:txBody>
      </p:sp>
      <p:sp>
        <p:nvSpPr>
          <p:cNvPr id="6" name="내용 개체 틀 5">
            <a:extLst>
              <a:ext uri="{FF2B5EF4-FFF2-40B4-BE49-F238E27FC236}">
                <a16:creationId xmlns:a16="http://schemas.microsoft.com/office/drawing/2014/main" id="{F6800C40-8EED-B034-C837-ED38797CE9D1}"/>
              </a:ext>
            </a:extLst>
          </p:cNvPr>
          <p:cNvSpPr>
            <a:spLocks noGrp="1"/>
          </p:cNvSpPr>
          <p:nvPr>
            <p:ph sz="quarter" idx="4"/>
          </p:nvPr>
        </p:nvSpPr>
        <p:spPr>
          <a:xfrm>
            <a:off x="6172200" y="2505075"/>
            <a:ext cx="5183188" cy="3684588"/>
          </a:xfrm>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7" name="날짜 개체 틀 6">
            <a:extLst>
              <a:ext uri="{FF2B5EF4-FFF2-40B4-BE49-F238E27FC236}">
                <a16:creationId xmlns:a16="http://schemas.microsoft.com/office/drawing/2014/main" id="{34C8851D-5211-E594-6297-49BB3BF1BED6}"/>
              </a:ext>
            </a:extLst>
          </p:cNvPr>
          <p:cNvSpPr>
            <a:spLocks noGrp="1"/>
          </p:cNvSpPr>
          <p:nvPr>
            <p:ph type="dt" sz="half" idx="10"/>
          </p:nvPr>
        </p:nvSpPr>
        <p:spPr/>
        <p:txBody>
          <a:bodyPr/>
          <a:lstStyle/>
          <a:p>
            <a:fld id="{202B6E38-994D-4E41-8907-C1766FE393DF}" type="datetimeFigureOut">
              <a:rPr kumimoji="1" lang="ko-KR" altLang="en-US" smtClean="0"/>
              <a:t>2025. 11. 19.</a:t>
            </a:fld>
            <a:endParaRPr kumimoji="1" lang="ko-KR" altLang="en-US"/>
          </a:p>
        </p:txBody>
      </p:sp>
      <p:sp>
        <p:nvSpPr>
          <p:cNvPr id="8" name="바닥글 개체 틀 7">
            <a:extLst>
              <a:ext uri="{FF2B5EF4-FFF2-40B4-BE49-F238E27FC236}">
                <a16:creationId xmlns:a16="http://schemas.microsoft.com/office/drawing/2014/main" id="{7EE1B24D-F21B-71AF-6AEF-3F6258B0AF27}"/>
              </a:ext>
            </a:extLst>
          </p:cNvPr>
          <p:cNvSpPr>
            <a:spLocks noGrp="1"/>
          </p:cNvSpPr>
          <p:nvPr>
            <p:ph type="ftr" sz="quarter" idx="11"/>
          </p:nvPr>
        </p:nvSpPr>
        <p:spPr/>
        <p:txBody>
          <a:bodyPr/>
          <a:lstStyle/>
          <a:p>
            <a:endParaRPr kumimoji="1" lang="ko-KR" altLang="en-US"/>
          </a:p>
        </p:txBody>
      </p:sp>
      <p:sp>
        <p:nvSpPr>
          <p:cNvPr id="9" name="슬라이드 번호 개체 틀 8">
            <a:extLst>
              <a:ext uri="{FF2B5EF4-FFF2-40B4-BE49-F238E27FC236}">
                <a16:creationId xmlns:a16="http://schemas.microsoft.com/office/drawing/2014/main" id="{A829629F-FF68-5E52-45E1-81F8DBBDDE02}"/>
              </a:ext>
            </a:extLst>
          </p:cNvPr>
          <p:cNvSpPr>
            <a:spLocks noGrp="1"/>
          </p:cNvSpPr>
          <p:nvPr>
            <p:ph type="sldNum" sz="quarter" idx="12"/>
          </p:nvPr>
        </p:nvSpPr>
        <p:spPr/>
        <p:txBody>
          <a:bodyPr/>
          <a:lstStyle/>
          <a:p>
            <a:fld id="{E7F8FB4F-76C2-F849-8DFF-F1A7D2DE741C}" type="slidenum">
              <a:rPr kumimoji="1" lang="ko-KR" altLang="en-US" smtClean="0"/>
              <a:t>‹#›</a:t>
            </a:fld>
            <a:endParaRPr kumimoji="1" lang="ko-KR" altLang="en-US"/>
          </a:p>
        </p:txBody>
      </p:sp>
    </p:spTree>
    <p:extLst>
      <p:ext uri="{BB962C8B-B14F-4D97-AF65-F5344CB8AC3E}">
        <p14:creationId xmlns:p14="http://schemas.microsoft.com/office/powerpoint/2010/main" val="2919962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EAB35AB-8409-3856-6541-F35DED66C044}"/>
              </a:ext>
            </a:extLst>
          </p:cNvPr>
          <p:cNvSpPr>
            <a:spLocks noGrp="1"/>
          </p:cNvSpPr>
          <p:nvPr>
            <p:ph type="title"/>
          </p:nvPr>
        </p:nvSpPr>
        <p:spPr/>
        <p:txBody>
          <a:bodyPr/>
          <a:lstStyle/>
          <a:p>
            <a:r>
              <a:rPr kumimoji="1" lang="ko-KR" altLang="en-US"/>
              <a:t>마스터 제목 스타일 편집</a:t>
            </a:r>
          </a:p>
        </p:txBody>
      </p:sp>
      <p:sp>
        <p:nvSpPr>
          <p:cNvPr id="3" name="날짜 개체 틀 2">
            <a:extLst>
              <a:ext uri="{FF2B5EF4-FFF2-40B4-BE49-F238E27FC236}">
                <a16:creationId xmlns:a16="http://schemas.microsoft.com/office/drawing/2014/main" id="{542CFAB6-CB64-B870-9A73-C1526C8DCB1A}"/>
              </a:ext>
            </a:extLst>
          </p:cNvPr>
          <p:cNvSpPr>
            <a:spLocks noGrp="1"/>
          </p:cNvSpPr>
          <p:nvPr>
            <p:ph type="dt" sz="half" idx="10"/>
          </p:nvPr>
        </p:nvSpPr>
        <p:spPr/>
        <p:txBody>
          <a:bodyPr/>
          <a:lstStyle/>
          <a:p>
            <a:fld id="{202B6E38-994D-4E41-8907-C1766FE393DF}" type="datetimeFigureOut">
              <a:rPr kumimoji="1" lang="ko-KR" altLang="en-US" smtClean="0"/>
              <a:t>2025. 11. 19.</a:t>
            </a:fld>
            <a:endParaRPr kumimoji="1" lang="ko-KR" altLang="en-US"/>
          </a:p>
        </p:txBody>
      </p:sp>
      <p:sp>
        <p:nvSpPr>
          <p:cNvPr id="4" name="바닥글 개체 틀 3">
            <a:extLst>
              <a:ext uri="{FF2B5EF4-FFF2-40B4-BE49-F238E27FC236}">
                <a16:creationId xmlns:a16="http://schemas.microsoft.com/office/drawing/2014/main" id="{3E6A5B0D-D214-3BE3-909F-EE82F2F59A44}"/>
              </a:ext>
            </a:extLst>
          </p:cNvPr>
          <p:cNvSpPr>
            <a:spLocks noGrp="1"/>
          </p:cNvSpPr>
          <p:nvPr>
            <p:ph type="ftr" sz="quarter" idx="11"/>
          </p:nvPr>
        </p:nvSpPr>
        <p:spPr/>
        <p:txBody>
          <a:bodyPr/>
          <a:lstStyle/>
          <a:p>
            <a:endParaRPr kumimoji="1" lang="ko-KR" altLang="en-US"/>
          </a:p>
        </p:txBody>
      </p:sp>
      <p:sp>
        <p:nvSpPr>
          <p:cNvPr id="5" name="슬라이드 번호 개체 틀 4">
            <a:extLst>
              <a:ext uri="{FF2B5EF4-FFF2-40B4-BE49-F238E27FC236}">
                <a16:creationId xmlns:a16="http://schemas.microsoft.com/office/drawing/2014/main" id="{98C36916-F0EF-7A97-03DD-251D6080CECD}"/>
              </a:ext>
            </a:extLst>
          </p:cNvPr>
          <p:cNvSpPr>
            <a:spLocks noGrp="1"/>
          </p:cNvSpPr>
          <p:nvPr>
            <p:ph type="sldNum" sz="quarter" idx="12"/>
          </p:nvPr>
        </p:nvSpPr>
        <p:spPr/>
        <p:txBody>
          <a:bodyPr/>
          <a:lstStyle/>
          <a:p>
            <a:fld id="{E7F8FB4F-76C2-F849-8DFF-F1A7D2DE741C}" type="slidenum">
              <a:rPr kumimoji="1" lang="ko-KR" altLang="en-US" smtClean="0"/>
              <a:t>‹#›</a:t>
            </a:fld>
            <a:endParaRPr kumimoji="1" lang="ko-KR" altLang="en-US"/>
          </a:p>
        </p:txBody>
      </p:sp>
    </p:spTree>
    <p:extLst>
      <p:ext uri="{BB962C8B-B14F-4D97-AF65-F5344CB8AC3E}">
        <p14:creationId xmlns:p14="http://schemas.microsoft.com/office/powerpoint/2010/main" val="4024810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5796763D-0A19-5320-6628-73CB819B4177}"/>
              </a:ext>
            </a:extLst>
          </p:cNvPr>
          <p:cNvSpPr>
            <a:spLocks noGrp="1"/>
          </p:cNvSpPr>
          <p:nvPr>
            <p:ph type="dt" sz="half" idx="10"/>
          </p:nvPr>
        </p:nvSpPr>
        <p:spPr/>
        <p:txBody>
          <a:bodyPr/>
          <a:lstStyle/>
          <a:p>
            <a:fld id="{202B6E38-994D-4E41-8907-C1766FE393DF}" type="datetimeFigureOut">
              <a:rPr kumimoji="1" lang="ko-KR" altLang="en-US" smtClean="0"/>
              <a:t>2025. 11. 19.</a:t>
            </a:fld>
            <a:endParaRPr kumimoji="1" lang="ko-KR" altLang="en-US"/>
          </a:p>
        </p:txBody>
      </p:sp>
      <p:sp>
        <p:nvSpPr>
          <p:cNvPr id="3" name="바닥글 개체 틀 2">
            <a:extLst>
              <a:ext uri="{FF2B5EF4-FFF2-40B4-BE49-F238E27FC236}">
                <a16:creationId xmlns:a16="http://schemas.microsoft.com/office/drawing/2014/main" id="{98D627FF-AF0A-1CEB-6C3D-AE5B11FD1BA5}"/>
              </a:ext>
            </a:extLst>
          </p:cNvPr>
          <p:cNvSpPr>
            <a:spLocks noGrp="1"/>
          </p:cNvSpPr>
          <p:nvPr>
            <p:ph type="ftr" sz="quarter" idx="11"/>
          </p:nvPr>
        </p:nvSpPr>
        <p:spPr/>
        <p:txBody>
          <a:bodyPr/>
          <a:lstStyle/>
          <a:p>
            <a:endParaRPr kumimoji="1" lang="ko-KR" altLang="en-US"/>
          </a:p>
        </p:txBody>
      </p:sp>
      <p:sp>
        <p:nvSpPr>
          <p:cNvPr id="4" name="슬라이드 번호 개체 틀 3">
            <a:extLst>
              <a:ext uri="{FF2B5EF4-FFF2-40B4-BE49-F238E27FC236}">
                <a16:creationId xmlns:a16="http://schemas.microsoft.com/office/drawing/2014/main" id="{FD937DCE-E0DD-E652-6239-9B918488EB38}"/>
              </a:ext>
            </a:extLst>
          </p:cNvPr>
          <p:cNvSpPr>
            <a:spLocks noGrp="1"/>
          </p:cNvSpPr>
          <p:nvPr>
            <p:ph type="sldNum" sz="quarter" idx="12"/>
          </p:nvPr>
        </p:nvSpPr>
        <p:spPr/>
        <p:txBody>
          <a:bodyPr/>
          <a:lstStyle/>
          <a:p>
            <a:fld id="{E7F8FB4F-76C2-F849-8DFF-F1A7D2DE741C}" type="slidenum">
              <a:rPr kumimoji="1" lang="ko-KR" altLang="en-US" smtClean="0"/>
              <a:t>‹#›</a:t>
            </a:fld>
            <a:endParaRPr kumimoji="1" lang="ko-KR" altLang="en-US"/>
          </a:p>
        </p:txBody>
      </p:sp>
    </p:spTree>
    <p:extLst>
      <p:ext uri="{BB962C8B-B14F-4D97-AF65-F5344CB8AC3E}">
        <p14:creationId xmlns:p14="http://schemas.microsoft.com/office/powerpoint/2010/main" val="1700975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A3A7FDA-FBA1-3B06-9575-7A661BC1DD0C}"/>
              </a:ext>
            </a:extLst>
          </p:cNvPr>
          <p:cNvSpPr>
            <a:spLocks noGrp="1"/>
          </p:cNvSpPr>
          <p:nvPr>
            <p:ph type="title"/>
          </p:nvPr>
        </p:nvSpPr>
        <p:spPr>
          <a:xfrm>
            <a:off x="839788" y="457200"/>
            <a:ext cx="3932237" cy="1600200"/>
          </a:xfrm>
        </p:spPr>
        <p:txBody>
          <a:bodyPr anchor="b"/>
          <a:lstStyle>
            <a:lvl1pPr>
              <a:defRPr sz="3200"/>
            </a:lvl1pPr>
          </a:lstStyle>
          <a:p>
            <a:r>
              <a:rPr kumimoji="1" lang="ko-KR" altLang="en-US"/>
              <a:t>마스터 제목 스타일 편집</a:t>
            </a:r>
          </a:p>
        </p:txBody>
      </p:sp>
      <p:sp>
        <p:nvSpPr>
          <p:cNvPr id="3" name="내용 개체 틀 2">
            <a:extLst>
              <a:ext uri="{FF2B5EF4-FFF2-40B4-BE49-F238E27FC236}">
                <a16:creationId xmlns:a16="http://schemas.microsoft.com/office/drawing/2014/main" id="{C418AAEA-48CF-7923-98B0-FFC9A8D266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텍스트 개체 틀 3">
            <a:extLst>
              <a:ext uri="{FF2B5EF4-FFF2-40B4-BE49-F238E27FC236}">
                <a16:creationId xmlns:a16="http://schemas.microsoft.com/office/drawing/2014/main" id="{EAECE41C-5170-2B95-835A-ED8DC8CF3F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ko-KR" altLang="en-US"/>
              <a:t>마스터 텍스트 스타일을 편집하려면 클릭</a:t>
            </a:r>
          </a:p>
        </p:txBody>
      </p:sp>
      <p:sp>
        <p:nvSpPr>
          <p:cNvPr id="5" name="날짜 개체 틀 4">
            <a:extLst>
              <a:ext uri="{FF2B5EF4-FFF2-40B4-BE49-F238E27FC236}">
                <a16:creationId xmlns:a16="http://schemas.microsoft.com/office/drawing/2014/main" id="{37FD2B51-DCDC-5A3C-FEB9-1C1E8C8E8F4A}"/>
              </a:ext>
            </a:extLst>
          </p:cNvPr>
          <p:cNvSpPr>
            <a:spLocks noGrp="1"/>
          </p:cNvSpPr>
          <p:nvPr>
            <p:ph type="dt" sz="half" idx="10"/>
          </p:nvPr>
        </p:nvSpPr>
        <p:spPr/>
        <p:txBody>
          <a:bodyPr/>
          <a:lstStyle/>
          <a:p>
            <a:fld id="{202B6E38-994D-4E41-8907-C1766FE393DF}" type="datetimeFigureOut">
              <a:rPr kumimoji="1" lang="ko-KR" altLang="en-US" smtClean="0"/>
              <a:t>2025. 11. 19.</a:t>
            </a:fld>
            <a:endParaRPr kumimoji="1" lang="ko-KR" altLang="en-US"/>
          </a:p>
        </p:txBody>
      </p:sp>
      <p:sp>
        <p:nvSpPr>
          <p:cNvPr id="6" name="바닥글 개체 틀 5">
            <a:extLst>
              <a:ext uri="{FF2B5EF4-FFF2-40B4-BE49-F238E27FC236}">
                <a16:creationId xmlns:a16="http://schemas.microsoft.com/office/drawing/2014/main" id="{DF2B0C46-5B4B-257D-6D27-9D6C755928E8}"/>
              </a:ext>
            </a:extLst>
          </p:cNvPr>
          <p:cNvSpPr>
            <a:spLocks noGrp="1"/>
          </p:cNvSpPr>
          <p:nvPr>
            <p:ph type="ftr" sz="quarter" idx="11"/>
          </p:nvPr>
        </p:nvSpPr>
        <p:spPr/>
        <p:txBody>
          <a:bodyPr/>
          <a:lstStyle/>
          <a:p>
            <a:endParaRPr kumimoji="1" lang="ko-KR" altLang="en-US"/>
          </a:p>
        </p:txBody>
      </p:sp>
      <p:sp>
        <p:nvSpPr>
          <p:cNvPr id="7" name="슬라이드 번호 개체 틀 6">
            <a:extLst>
              <a:ext uri="{FF2B5EF4-FFF2-40B4-BE49-F238E27FC236}">
                <a16:creationId xmlns:a16="http://schemas.microsoft.com/office/drawing/2014/main" id="{3924AF2B-D322-F297-58DF-34ADB7EEB763}"/>
              </a:ext>
            </a:extLst>
          </p:cNvPr>
          <p:cNvSpPr>
            <a:spLocks noGrp="1"/>
          </p:cNvSpPr>
          <p:nvPr>
            <p:ph type="sldNum" sz="quarter" idx="12"/>
          </p:nvPr>
        </p:nvSpPr>
        <p:spPr/>
        <p:txBody>
          <a:bodyPr/>
          <a:lstStyle/>
          <a:p>
            <a:fld id="{E7F8FB4F-76C2-F849-8DFF-F1A7D2DE741C}" type="slidenum">
              <a:rPr kumimoji="1" lang="ko-KR" altLang="en-US" smtClean="0"/>
              <a:t>‹#›</a:t>
            </a:fld>
            <a:endParaRPr kumimoji="1" lang="ko-KR" altLang="en-US"/>
          </a:p>
        </p:txBody>
      </p:sp>
    </p:spTree>
    <p:extLst>
      <p:ext uri="{BB962C8B-B14F-4D97-AF65-F5344CB8AC3E}">
        <p14:creationId xmlns:p14="http://schemas.microsoft.com/office/powerpoint/2010/main" val="1792661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6F20B67-476C-4F81-3730-91F2E3796FFB}"/>
              </a:ext>
            </a:extLst>
          </p:cNvPr>
          <p:cNvSpPr>
            <a:spLocks noGrp="1"/>
          </p:cNvSpPr>
          <p:nvPr>
            <p:ph type="title"/>
          </p:nvPr>
        </p:nvSpPr>
        <p:spPr>
          <a:xfrm>
            <a:off x="839788" y="457200"/>
            <a:ext cx="3932237" cy="1600200"/>
          </a:xfrm>
        </p:spPr>
        <p:txBody>
          <a:bodyPr anchor="b"/>
          <a:lstStyle>
            <a:lvl1pPr>
              <a:defRPr sz="3200"/>
            </a:lvl1pPr>
          </a:lstStyle>
          <a:p>
            <a:r>
              <a:rPr kumimoji="1" lang="ko-KR" altLang="en-US"/>
              <a:t>마스터 제목 스타일 편집</a:t>
            </a:r>
          </a:p>
        </p:txBody>
      </p:sp>
      <p:sp>
        <p:nvSpPr>
          <p:cNvPr id="3" name="그림 개체 틀 2">
            <a:extLst>
              <a:ext uri="{FF2B5EF4-FFF2-40B4-BE49-F238E27FC236}">
                <a16:creationId xmlns:a16="http://schemas.microsoft.com/office/drawing/2014/main" id="{459322E0-6F82-6D28-F3CE-535CF1A214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ko-KR" altLang="en-US"/>
          </a:p>
        </p:txBody>
      </p:sp>
      <p:sp>
        <p:nvSpPr>
          <p:cNvPr id="4" name="텍스트 개체 틀 3">
            <a:extLst>
              <a:ext uri="{FF2B5EF4-FFF2-40B4-BE49-F238E27FC236}">
                <a16:creationId xmlns:a16="http://schemas.microsoft.com/office/drawing/2014/main" id="{665361EB-A6FD-95D6-85C8-1DAF76407E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ko-KR" altLang="en-US"/>
              <a:t>마스터 텍스트 스타일을 편집하려면 클릭</a:t>
            </a:r>
          </a:p>
        </p:txBody>
      </p:sp>
      <p:sp>
        <p:nvSpPr>
          <p:cNvPr id="5" name="날짜 개체 틀 4">
            <a:extLst>
              <a:ext uri="{FF2B5EF4-FFF2-40B4-BE49-F238E27FC236}">
                <a16:creationId xmlns:a16="http://schemas.microsoft.com/office/drawing/2014/main" id="{4DE841F0-57C5-234F-8EA2-2238163CC4A1}"/>
              </a:ext>
            </a:extLst>
          </p:cNvPr>
          <p:cNvSpPr>
            <a:spLocks noGrp="1"/>
          </p:cNvSpPr>
          <p:nvPr>
            <p:ph type="dt" sz="half" idx="10"/>
          </p:nvPr>
        </p:nvSpPr>
        <p:spPr/>
        <p:txBody>
          <a:bodyPr/>
          <a:lstStyle/>
          <a:p>
            <a:fld id="{202B6E38-994D-4E41-8907-C1766FE393DF}" type="datetimeFigureOut">
              <a:rPr kumimoji="1" lang="ko-KR" altLang="en-US" smtClean="0"/>
              <a:t>2025. 11. 19.</a:t>
            </a:fld>
            <a:endParaRPr kumimoji="1" lang="ko-KR" altLang="en-US"/>
          </a:p>
        </p:txBody>
      </p:sp>
      <p:sp>
        <p:nvSpPr>
          <p:cNvPr id="6" name="바닥글 개체 틀 5">
            <a:extLst>
              <a:ext uri="{FF2B5EF4-FFF2-40B4-BE49-F238E27FC236}">
                <a16:creationId xmlns:a16="http://schemas.microsoft.com/office/drawing/2014/main" id="{9810DA55-37A4-9F1B-22CE-20C580CFF6D4}"/>
              </a:ext>
            </a:extLst>
          </p:cNvPr>
          <p:cNvSpPr>
            <a:spLocks noGrp="1"/>
          </p:cNvSpPr>
          <p:nvPr>
            <p:ph type="ftr" sz="quarter" idx="11"/>
          </p:nvPr>
        </p:nvSpPr>
        <p:spPr/>
        <p:txBody>
          <a:bodyPr/>
          <a:lstStyle/>
          <a:p>
            <a:endParaRPr kumimoji="1" lang="ko-KR" altLang="en-US"/>
          </a:p>
        </p:txBody>
      </p:sp>
      <p:sp>
        <p:nvSpPr>
          <p:cNvPr id="7" name="슬라이드 번호 개체 틀 6">
            <a:extLst>
              <a:ext uri="{FF2B5EF4-FFF2-40B4-BE49-F238E27FC236}">
                <a16:creationId xmlns:a16="http://schemas.microsoft.com/office/drawing/2014/main" id="{0B82E2F3-3A0D-5403-D30B-75D71567E31D}"/>
              </a:ext>
            </a:extLst>
          </p:cNvPr>
          <p:cNvSpPr>
            <a:spLocks noGrp="1"/>
          </p:cNvSpPr>
          <p:nvPr>
            <p:ph type="sldNum" sz="quarter" idx="12"/>
          </p:nvPr>
        </p:nvSpPr>
        <p:spPr/>
        <p:txBody>
          <a:bodyPr/>
          <a:lstStyle/>
          <a:p>
            <a:fld id="{E7F8FB4F-76C2-F849-8DFF-F1A7D2DE741C}" type="slidenum">
              <a:rPr kumimoji="1" lang="ko-KR" altLang="en-US" smtClean="0"/>
              <a:t>‹#›</a:t>
            </a:fld>
            <a:endParaRPr kumimoji="1" lang="ko-KR" altLang="en-US"/>
          </a:p>
        </p:txBody>
      </p:sp>
    </p:spTree>
    <p:extLst>
      <p:ext uri="{BB962C8B-B14F-4D97-AF65-F5344CB8AC3E}">
        <p14:creationId xmlns:p14="http://schemas.microsoft.com/office/powerpoint/2010/main" val="3523683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F4BE990-CC0B-29C4-00A8-E1299E316D36}"/>
              </a:ext>
            </a:extLst>
          </p:cNvPr>
          <p:cNvSpPr>
            <a:spLocks noGrp="1"/>
          </p:cNvSpPr>
          <p:nvPr>
            <p:ph type="title"/>
          </p:nvPr>
        </p:nvSpPr>
        <p:spPr/>
        <p:txBody>
          <a:bodyPr/>
          <a:lstStyle/>
          <a:p>
            <a:r>
              <a:rPr kumimoji="1" lang="ko-KR" altLang="en-US"/>
              <a:t>마스터 제목 스타일 편집</a:t>
            </a:r>
          </a:p>
        </p:txBody>
      </p:sp>
      <p:sp>
        <p:nvSpPr>
          <p:cNvPr id="3" name="세로 텍스트 개체 틀 2">
            <a:extLst>
              <a:ext uri="{FF2B5EF4-FFF2-40B4-BE49-F238E27FC236}">
                <a16:creationId xmlns:a16="http://schemas.microsoft.com/office/drawing/2014/main" id="{F48A8D7D-3F01-0099-D6C0-16BC8E2F18CF}"/>
              </a:ext>
            </a:extLst>
          </p:cNvPr>
          <p:cNvSpPr>
            <a:spLocks noGrp="1"/>
          </p:cNvSpPr>
          <p:nvPr>
            <p:ph type="body" orient="vert" idx="1"/>
          </p:nvPr>
        </p:nvSpPr>
        <p:spPr/>
        <p:txBody>
          <a:bodyPr vert="eaVert"/>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날짜 개체 틀 3">
            <a:extLst>
              <a:ext uri="{FF2B5EF4-FFF2-40B4-BE49-F238E27FC236}">
                <a16:creationId xmlns:a16="http://schemas.microsoft.com/office/drawing/2014/main" id="{BE97B740-087A-CF72-CB9F-E810B94B4CA4}"/>
              </a:ext>
            </a:extLst>
          </p:cNvPr>
          <p:cNvSpPr>
            <a:spLocks noGrp="1"/>
          </p:cNvSpPr>
          <p:nvPr>
            <p:ph type="dt" sz="half" idx="10"/>
          </p:nvPr>
        </p:nvSpPr>
        <p:spPr/>
        <p:txBody>
          <a:bodyPr/>
          <a:lstStyle/>
          <a:p>
            <a:fld id="{202B6E38-994D-4E41-8907-C1766FE393DF}" type="datetimeFigureOut">
              <a:rPr kumimoji="1" lang="ko-KR" altLang="en-US" smtClean="0"/>
              <a:t>2025. 11. 19.</a:t>
            </a:fld>
            <a:endParaRPr kumimoji="1" lang="ko-KR" altLang="en-US"/>
          </a:p>
        </p:txBody>
      </p:sp>
      <p:sp>
        <p:nvSpPr>
          <p:cNvPr id="5" name="바닥글 개체 틀 4">
            <a:extLst>
              <a:ext uri="{FF2B5EF4-FFF2-40B4-BE49-F238E27FC236}">
                <a16:creationId xmlns:a16="http://schemas.microsoft.com/office/drawing/2014/main" id="{0BB4744A-990D-6665-7280-0E68CDD1196B}"/>
              </a:ext>
            </a:extLst>
          </p:cNvPr>
          <p:cNvSpPr>
            <a:spLocks noGrp="1"/>
          </p:cNvSpPr>
          <p:nvPr>
            <p:ph type="ftr" sz="quarter" idx="11"/>
          </p:nvPr>
        </p:nvSpPr>
        <p:spPr/>
        <p:txBody>
          <a:bodyPr/>
          <a:lstStyle/>
          <a:p>
            <a:endParaRPr kumimoji="1" lang="ko-KR" altLang="en-US"/>
          </a:p>
        </p:txBody>
      </p:sp>
      <p:sp>
        <p:nvSpPr>
          <p:cNvPr id="6" name="슬라이드 번호 개체 틀 5">
            <a:extLst>
              <a:ext uri="{FF2B5EF4-FFF2-40B4-BE49-F238E27FC236}">
                <a16:creationId xmlns:a16="http://schemas.microsoft.com/office/drawing/2014/main" id="{219EAB99-35BE-656B-38D5-A5C516233D2F}"/>
              </a:ext>
            </a:extLst>
          </p:cNvPr>
          <p:cNvSpPr>
            <a:spLocks noGrp="1"/>
          </p:cNvSpPr>
          <p:nvPr>
            <p:ph type="sldNum" sz="quarter" idx="12"/>
          </p:nvPr>
        </p:nvSpPr>
        <p:spPr/>
        <p:txBody>
          <a:bodyPr/>
          <a:lstStyle/>
          <a:p>
            <a:fld id="{E7F8FB4F-76C2-F849-8DFF-F1A7D2DE741C}" type="slidenum">
              <a:rPr kumimoji="1" lang="ko-KR" altLang="en-US" smtClean="0"/>
              <a:t>‹#›</a:t>
            </a:fld>
            <a:endParaRPr kumimoji="1" lang="ko-KR" altLang="en-US"/>
          </a:p>
        </p:txBody>
      </p:sp>
    </p:spTree>
    <p:extLst>
      <p:ext uri="{BB962C8B-B14F-4D97-AF65-F5344CB8AC3E}">
        <p14:creationId xmlns:p14="http://schemas.microsoft.com/office/powerpoint/2010/main" val="3735956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FDC9AC4B-658B-FE32-AFF3-E10F1FC07671}"/>
              </a:ext>
            </a:extLst>
          </p:cNvPr>
          <p:cNvSpPr>
            <a:spLocks noGrp="1"/>
          </p:cNvSpPr>
          <p:nvPr>
            <p:ph type="title" orient="vert"/>
          </p:nvPr>
        </p:nvSpPr>
        <p:spPr>
          <a:xfrm>
            <a:off x="8724900" y="365125"/>
            <a:ext cx="2628900" cy="5811838"/>
          </a:xfrm>
        </p:spPr>
        <p:txBody>
          <a:bodyPr vert="eaVert"/>
          <a:lstStyle/>
          <a:p>
            <a:r>
              <a:rPr kumimoji="1" lang="ko-KR" altLang="en-US"/>
              <a:t>마스터 제목 스타일 편집</a:t>
            </a:r>
          </a:p>
        </p:txBody>
      </p:sp>
      <p:sp>
        <p:nvSpPr>
          <p:cNvPr id="3" name="세로 텍스트 개체 틀 2">
            <a:extLst>
              <a:ext uri="{FF2B5EF4-FFF2-40B4-BE49-F238E27FC236}">
                <a16:creationId xmlns:a16="http://schemas.microsoft.com/office/drawing/2014/main" id="{FCF83954-2EF4-9833-9FC6-92EDC5314408}"/>
              </a:ext>
            </a:extLst>
          </p:cNvPr>
          <p:cNvSpPr>
            <a:spLocks noGrp="1"/>
          </p:cNvSpPr>
          <p:nvPr>
            <p:ph type="body" orient="vert" idx="1"/>
          </p:nvPr>
        </p:nvSpPr>
        <p:spPr>
          <a:xfrm>
            <a:off x="838200" y="365125"/>
            <a:ext cx="7734300" cy="5811838"/>
          </a:xfrm>
        </p:spPr>
        <p:txBody>
          <a:bodyPr vert="eaVert"/>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날짜 개체 틀 3">
            <a:extLst>
              <a:ext uri="{FF2B5EF4-FFF2-40B4-BE49-F238E27FC236}">
                <a16:creationId xmlns:a16="http://schemas.microsoft.com/office/drawing/2014/main" id="{1173BAFC-0943-6A07-F7D1-E8E8C83BDA8F}"/>
              </a:ext>
            </a:extLst>
          </p:cNvPr>
          <p:cNvSpPr>
            <a:spLocks noGrp="1"/>
          </p:cNvSpPr>
          <p:nvPr>
            <p:ph type="dt" sz="half" idx="10"/>
          </p:nvPr>
        </p:nvSpPr>
        <p:spPr/>
        <p:txBody>
          <a:bodyPr/>
          <a:lstStyle/>
          <a:p>
            <a:fld id="{202B6E38-994D-4E41-8907-C1766FE393DF}" type="datetimeFigureOut">
              <a:rPr kumimoji="1" lang="ko-KR" altLang="en-US" smtClean="0"/>
              <a:t>2025. 11. 19.</a:t>
            </a:fld>
            <a:endParaRPr kumimoji="1" lang="ko-KR" altLang="en-US"/>
          </a:p>
        </p:txBody>
      </p:sp>
      <p:sp>
        <p:nvSpPr>
          <p:cNvPr id="5" name="바닥글 개체 틀 4">
            <a:extLst>
              <a:ext uri="{FF2B5EF4-FFF2-40B4-BE49-F238E27FC236}">
                <a16:creationId xmlns:a16="http://schemas.microsoft.com/office/drawing/2014/main" id="{FFF03B80-3AB3-3CCD-38E7-82C9F5D65B95}"/>
              </a:ext>
            </a:extLst>
          </p:cNvPr>
          <p:cNvSpPr>
            <a:spLocks noGrp="1"/>
          </p:cNvSpPr>
          <p:nvPr>
            <p:ph type="ftr" sz="quarter" idx="11"/>
          </p:nvPr>
        </p:nvSpPr>
        <p:spPr/>
        <p:txBody>
          <a:bodyPr/>
          <a:lstStyle/>
          <a:p>
            <a:endParaRPr kumimoji="1" lang="ko-KR" altLang="en-US"/>
          </a:p>
        </p:txBody>
      </p:sp>
      <p:sp>
        <p:nvSpPr>
          <p:cNvPr id="6" name="슬라이드 번호 개체 틀 5">
            <a:extLst>
              <a:ext uri="{FF2B5EF4-FFF2-40B4-BE49-F238E27FC236}">
                <a16:creationId xmlns:a16="http://schemas.microsoft.com/office/drawing/2014/main" id="{3F5E77B6-C1C3-AF52-03DB-D25393D5A550}"/>
              </a:ext>
            </a:extLst>
          </p:cNvPr>
          <p:cNvSpPr>
            <a:spLocks noGrp="1"/>
          </p:cNvSpPr>
          <p:nvPr>
            <p:ph type="sldNum" sz="quarter" idx="12"/>
          </p:nvPr>
        </p:nvSpPr>
        <p:spPr/>
        <p:txBody>
          <a:bodyPr/>
          <a:lstStyle/>
          <a:p>
            <a:fld id="{E7F8FB4F-76C2-F849-8DFF-F1A7D2DE741C}" type="slidenum">
              <a:rPr kumimoji="1" lang="ko-KR" altLang="en-US" smtClean="0"/>
              <a:t>‹#›</a:t>
            </a:fld>
            <a:endParaRPr kumimoji="1" lang="ko-KR" altLang="en-US"/>
          </a:p>
        </p:txBody>
      </p:sp>
    </p:spTree>
    <p:extLst>
      <p:ext uri="{BB962C8B-B14F-4D97-AF65-F5344CB8AC3E}">
        <p14:creationId xmlns:p14="http://schemas.microsoft.com/office/powerpoint/2010/main" val="3733923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42990A2C-0779-5A1A-BF2F-25ED564679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ko-KR" altLang="en-US"/>
              <a:t>마스터 제목 스타일 편집</a:t>
            </a:r>
          </a:p>
        </p:txBody>
      </p:sp>
      <p:sp>
        <p:nvSpPr>
          <p:cNvPr id="3" name="텍스트 개체 틀 2">
            <a:extLst>
              <a:ext uri="{FF2B5EF4-FFF2-40B4-BE49-F238E27FC236}">
                <a16:creationId xmlns:a16="http://schemas.microsoft.com/office/drawing/2014/main" id="{CB70B644-BBA0-C9FA-B457-F3B7B3387D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날짜 개체 틀 3">
            <a:extLst>
              <a:ext uri="{FF2B5EF4-FFF2-40B4-BE49-F238E27FC236}">
                <a16:creationId xmlns:a16="http://schemas.microsoft.com/office/drawing/2014/main" id="{1E801340-AE51-2A03-FC76-60381076C4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2B6E38-994D-4E41-8907-C1766FE393DF}" type="datetimeFigureOut">
              <a:rPr kumimoji="1" lang="ko-KR" altLang="en-US" smtClean="0"/>
              <a:t>2025. 11. 19.</a:t>
            </a:fld>
            <a:endParaRPr kumimoji="1" lang="ko-KR" altLang="en-US"/>
          </a:p>
        </p:txBody>
      </p:sp>
      <p:sp>
        <p:nvSpPr>
          <p:cNvPr id="5" name="바닥글 개체 틀 4">
            <a:extLst>
              <a:ext uri="{FF2B5EF4-FFF2-40B4-BE49-F238E27FC236}">
                <a16:creationId xmlns:a16="http://schemas.microsoft.com/office/drawing/2014/main" id="{E2BCBAAB-A80A-62B6-04CD-C617C3C1A2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ko-KR" altLang="en-US"/>
          </a:p>
        </p:txBody>
      </p:sp>
      <p:sp>
        <p:nvSpPr>
          <p:cNvPr id="6" name="슬라이드 번호 개체 틀 5">
            <a:extLst>
              <a:ext uri="{FF2B5EF4-FFF2-40B4-BE49-F238E27FC236}">
                <a16:creationId xmlns:a16="http://schemas.microsoft.com/office/drawing/2014/main" id="{912C4D60-8060-A79F-E409-CB7C3250C3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F8FB4F-76C2-F849-8DFF-F1A7D2DE741C}" type="slidenum">
              <a:rPr kumimoji="1" lang="ko-KR" altLang="en-US" smtClean="0"/>
              <a:t>‹#›</a:t>
            </a:fld>
            <a:endParaRPr kumimoji="1" lang="ko-KR" altLang="en-US"/>
          </a:p>
        </p:txBody>
      </p:sp>
    </p:spTree>
    <p:extLst>
      <p:ext uri="{BB962C8B-B14F-4D97-AF65-F5344CB8AC3E}">
        <p14:creationId xmlns:p14="http://schemas.microsoft.com/office/powerpoint/2010/main" val="42276519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1E115B9-671F-DC62-521D-FF431CFFD051}"/>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BCD93CAB-04FA-AE2E-76B8-83FCBCEE9497}"/>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2932077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1E2B1-B4ED-43C1-BFBD-26AF0EE7ADF9}"/>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D9E23-BAF5-7FE4-815D-E9940746F2AD}"/>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0096A000-0263-D8BC-42D2-06CF68E6EB5E}"/>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162220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E968B-B9DD-3AA8-4A4F-1C32ED683CBA}"/>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07756DED-5724-CA34-0454-1FFDEF14411B}"/>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6BBF5B0B-F942-E68E-993F-53E78EA751BA}"/>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1722421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BBE2E-B7E2-EEF2-A7C4-A88FB5A341CA}"/>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58349C81-CEB2-15EA-A21E-A96B285D0446}"/>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6B783A1D-A35E-E65B-7D79-8B9F5E4630C6}"/>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3039796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EC2F2-0031-358D-DD22-6A27D40DCE4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578749E9-62BB-A3F5-36E6-7C2D205A9A85}"/>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AB683D85-539E-DA87-42C7-210985A0A3DB}"/>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528126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772F2-131F-D3F6-3828-6CD39B27608E}"/>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0C648546-CD8C-8C77-185B-9CC17BFF288F}"/>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8FD86621-426E-BBDB-24C1-DD141727A984}"/>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4022308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AC6E9-28F5-947D-1367-6C05AC1DC86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F1ECF9B-B571-81F4-A11B-0C15424814B8}"/>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9B9D3548-E69D-5332-5D38-D94288D4F9A9}"/>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154067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1D08-28B6-A307-774D-D3C1A2246D86}"/>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8056B20-30B4-0179-4C3E-5B554225C273}"/>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08E7A6DE-79C9-232C-972B-F2F6389F9F03}"/>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3582924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F48C1-DB4C-EDCE-59DE-EAC511B998CA}"/>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5050624D-46F7-FF0B-60F7-FAD1A87B564A}"/>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5030753A-D19F-D3A7-811E-5BEDA347D962}"/>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2162854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1EF66-28FF-2216-93CE-33A7D00B7B4A}"/>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F4F2247-7DF1-4D7D-2870-6DE317FBD290}"/>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ACFD2D4C-E4D6-9795-F34B-8CBDDE121A38}"/>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2158293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9E2C9-A24B-E478-74A8-8DA2017D4F32}"/>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4FC6A118-8D24-D243-1421-A0733A2121E7}"/>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B5C95E77-C3AF-5011-965E-0827D9A32669}"/>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2762062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1836B-2A0A-279E-3796-7EA3DA9CF96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54CC0CDB-3968-8507-55E0-319586F6EA82}"/>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514754DF-0DD2-16E6-F5ED-8D92E6675897}"/>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2786619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88816-C627-CA1F-4A07-ED4974E11E03}"/>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C3398C6-8895-2AAA-35A3-E37066BB923B}"/>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10B2E30B-3513-5815-7309-52490FE4C2FE}"/>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1985142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80B46-F680-A385-BEEC-86D73AE388C5}"/>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7328993-B02C-4BDB-531E-8D335769EC75}"/>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1A4723FF-6A23-B1E1-3073-828110D107BF}"/>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2665519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C3090-8A6B-2326-4EBB-111176311CB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475C2CA1-B5F2-9D11-6715-999BE0CCF4B5}"/>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0965157F-37C3-FE0E-AC03-8564253C0BDA}"/>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1261793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F5334-6698-E67E-706B-C3F7CEF846B9}"/>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1EE69E3-74FB-B400-2D1E-6A3C64A4B8E2}"/>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0D124944-362B-7EE5-00A9-5F584E876089}"/>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2289988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61D88-06E0-C801-A0EE-7A52D72829F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CBE3D7BD-921F-B058-4C7B-4F89A9723852}"/>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E9625CDD-15A9-7284-9831-735758C28AB8}"/>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34081384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6D29C-F150-FED1-9673-06DD4960FE6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C255A29D-90EE-DB7D-54D8-FD686DA1D9E2}"/>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43083206-61E2-3B0F-403A-207719623F53}"/>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35156323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C5C71-E1B9-9056-637F-95413201D559}"/>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0DBF1A34-9187-E0EC-9D4C-CB0F16E9BA1A}"/>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634E2A99-1DC5-CFC8-0EDC-61FE308C6EB5}"/>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3089858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356AB-6B44-91CD-2CD8-E083369F07A1}"/>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EB45D08-5D63-604E-CE08-3680C15F900C}"/>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ED75C9C7-3736-7DF2-80AA-94B297933E74}"/>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5664842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764AB-3B62-FC70-31FD-F017DFDB284E}"/>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641CE3A-6A75-84DB-2D76-B71685E332EC}"/>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B54A024C-2C46-7096-3CDE-31EB198AF0D5}"/>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4484556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41BD1-2095-5362-1277-0F01A473413E}"/>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5EE9D4A-E3A8-91FC-C145-51BFA2B47E6E}"/>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09D2DA24-C33B-5586-ECC3-10046487133F}"/>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32749389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7FBF-E089-3702-885C-FDCA762D7D69}"/>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3356E3A-13F2-779B-4BA7-3EE7D43AB75D}"/>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B88E0268-B50E-9509-485E-455D84EC0F63}"/>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36987996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3587C-8C47-7F70-27EA-AEE6A7B986D0}"/>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5702E55E-1207-8E90-EF2C-BB55F2705E8C}"/>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346AFEEC-FA8C-74EC-C609-7BF008A554ED}"/>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24132889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5D278-C813-1CBE-B3FC-6668BE728ECE}"/>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92D6DCE7-67A7-C217-7EB0-879263F813E6}"/>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791A550A-53C8-C5CB-9AC1-B74380C86551}"/>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31973908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7C751-C710-C021-0FE7-2B9F5F277B2D}"/>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E78ECD5-24C4-F8C4-AD4A-1E801FACD2E3}"/>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CE180998-C211-9249-F7D2-5778AA9C5C20}"/>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19470625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704D9-B9EB-19E1-4180-FC10A888A989}"/>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F2241CB-F001-E895-4E1F-7A0B63DC9652}"/>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B8B9D499-40AD-2B61-257A-612AD44C7E02}"/>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19459308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3BA7F-5386-C380-2169-DB84D81DA3B3}"/>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71C05C0-E0F3-C0D2-785E-F94F599E2065}"/>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56C1086F-55ED-AB99-A02A-2C83D8ABF34D}"/>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28637172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F421D-ED24-238B-E622-2507DAE4A905}"/>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903F9B1-ED84-7A26-DBE3-7017D030131D}"/>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2778340B-2992-8B7B-9874-77596E67BFD3}"/>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16448542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150AD-6EBF-52CE-AC29-D1681323997F}"/>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40114D1D-F49E-E602-75C2-533B5E521097}"/>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EE425E59-FD9F-52E0-3C65-76CC0348AC66}"/>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9668168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DFB31-2578-20AA-360A-C854F9849FFA}"/>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2EE8BAA-D7EE-D1FB-4F20-B67EAF6DC0D2}"/>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CDEA742C-EA63-3D7E-DD76-42645C163FF8}"/>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21901169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F2BB4-A97B-6FEB-9E00-4FEF65C30483}"/>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52F07FF-EDDC-AC0B-5C12-927CE256E78A}"/>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925911CF-C272-D293-978C-E033D415FF22}"/>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42546261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8DCE4-0E35-B5E5-7ADC-1B1EA349DFD4}"/>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816AFA5-3F2D-8904-E341-E322F0A2F077}"/>
              </a:ext>
            </a:extLst>
          </p:cNvPr>
          <p:cNvSpPr>
            <a:spLocks noGrp="1"/>
          </p:cNvSpPr>
          <p:nvPr>
            <p:ph type="ctrTitle"/>
          </p:nvPr>
        </p:nvSpPr>
        <p:spPr/>
        <p:txBody>
          <a:bodyPr>
            <a:normAutofit fontScale="9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br>
              <a:rPr kumimoji="1" lang="en-US" altLang="ko-KR" dirty="0"/>
            </a:b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
        <p:nvSpPr>
          <p:cNvPr id="3" name="부제목 2">
            <a:extLst>
              <a:ext uri="{FF2B5EF4-FFF2-40B4-BE49-F238E27FC236}">
                <a16:creationId xmlns:a16="http://schemas.microsoft.com/office/drawing/2014/main" id="{2E68BBDB-B083-B402-CC83-82C2CA145762}"/>
              </a:ext>
            </a:extLst>
          </p:cNvPr>
          <p:cNvSpPr>
            <a:spLocks noGrp="1"/>
          </p:cNvSpPr>
          <p:nvPr>
            <p:ph type="subTitle" idx="1"/>
          </p:nvPr>
        </p:nvSpPr>
        <p:spPr/>
        <p:txBody>
          <a:bodyPr>
            <a:normAutofit fontScale="25000" lnSpcReduction="20000"/>
          </a:bodyPr>
          <a:lstStyle/>
          <a:p>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r>
              <a:rPr kumimoji="1" lang="ko-KR" altLang="en-US" dirty="0"/>
              <a:t>너는 이제 </a:t>
            </a:r>
            <a:r>
              <a:rPr kumimoji="1" lang="ko-KR" altLang="en-US" dirty="0" err="1"/>
              <a:t>에어드랍이여</a:t>
            </a:r>
            <a:br>
              <a:rPr kumimoji="1" lang="en-US" altLang="ko-KR" dirty="0"/>
            </a:br>
            <a:r>
              <a:rPr kumimoji="1" lang="en-US" altLang="ko-KR" dirty="0" err="1"/>
              <a:t>AirDrop</a:t>
            </a:r>
            <a:r>
              <a:rPr kumimoji="1" lang="ko-KR" altLang="en-US" dirty="0"/>
              <a:t> </a:t>
            </a:r>
            <a:r>
              <a:rPr kumimoji="1" lang="en-US" altLang="ko-KR" dirty="0"/>
              <a:t>TEST</a:t>
            </a:r>
            <a:endParaRPr kumimoji="1" lang="ko-KR" altLang="en-US" dirty="0"/>
          </a:p>
        </p:txBody>
      </p:sp>
    </p:spTree>
    <p:extLst>
      <p:ext uri="{BB962C8B-B14F-4D97-AF65-F5344CB8AC3E}">
        <p14:creationId xmlns:p14="http://schemas.microsoft.com/office/powerpoint/2010/main" val="3687144261"/>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7359</Words>
  <Application>Microsoft Macintosh PowerPoint</Application>
  <PresentationFormat>와이드스크린</PresentationFormat>
  <Paragraphs>66</Paragraphs>
  <Slides>33</Slides>
  <Notes>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33</vt:i4>
      </vt:variant>
    </vt:vector>
  </HeadingPairs>
  <TitlesOfParts>
    <vt:vector size="36" baseType="lpstr">
      <vt:lpstr>맑은 고딕</vt:lpstr>
      <vt:lpstr>Arial</vt:lpstr>
      <vt:lpstr>Office 테마</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lpstr>너는 이제 에어드랍이여 AirDrop TEST 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TEST너는 이제 에어드랍이여 AirDrop TEST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박성진</dc:creator>
  <cp:lastModifiedBy>박성진</cp:lastModifiedBy>
  <cp:revision>1</cp:revision>
  <dcterms:created xsi:type="dcterms:W3CDTF">2025-11-19T06:07:28Z</dcterms:created>
  <dcterms:modified xsi:type="dcterms:W3CDTF">2025-11-19T06:08:13Z</dcterms:modified>
</cp:coreProperties>
</file>
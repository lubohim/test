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B8413-CCF3-4D26-4992-3CBFF02B8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D7039D-CF97-0D34-04FD-C79AD60EE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2B320-461C-1CA0-9DE6-E7B5CAE7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D217F1-0C59-2E36-B047-B3505FA7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2C1D9B-1086-CFE6-B370-31CE040F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530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602B0-4F73-A9D7-7DE9-834BF423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CDAD4-492A-B100-C6FD-E430D8581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2F6B7-B722-F54F-79CA-FACD37A7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7251D-5B32-E7B2-A00E-AAD083D6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64616-BC0E-A6A8-5079-43258326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361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BB16-D737-200D-83C6-4B393105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4D2487-0F67-35DF-973B-6DB7D3FF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ADCC1-5907-75D1-7CAC-62AA1085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60F77-10CF-EA9F-8067-C75B639A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408E9-9AA7-0334-FD40-4E29F315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609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7B11F-8517-1AF9-5EDA-96ECAEF2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B28C5-F5BB-8F54-85BF-DA456D75B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E787D4-A093-97CE-5F95-03AC01120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08F2E-1366-F489-9DF1-592D55DA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46455-0107-BDAD-6045-F9975B02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B5E32-7300-6083-D4CA-7903AA07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583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33655-D889-54FE-266C-D799A329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3C8360-3887-9DEC-CD37-F12D09130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EB3644-B7DD-4B5B-40E5-78FC3B70E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757B7-C696-9474-CFC1-470D3848B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561929-81E5-D573-9AF8-7B89EB9E4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9C75E0-A16F-6ACA-E38E-A052DB7B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7AE24F-D74D-A9DC-A9E0-2DE2B07F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7F60F8-095B-CF18-0DBC-E497EF49D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255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A8CCF-BDCC-F5DF-62D3-1358BE9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F92502-6CF8-8E3D-3983-67A154DC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5252BB-2A2B-D0F5-33A9-667EBB06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0804E-D419-43D5-3248-01746B7B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449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8B7992-EEE5-3E62-2D14-51D47DCF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F49724-67D1-3BB3-2415-3AD3D192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A881F-7C9B-805D-E73B-FD88BDF2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473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84BCA-FC48-214C-E82E-15B0B772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6F6ED-CCC7-9139-2318-9953DFD3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81CE4A-E943-6DD3-9AE3-0094B2262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19BDF-3925-0D37-ED9C-61074969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ED5A96-A706-1F18-058B-8D6D1803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D413B4-2067-96C2-92A3-ABD0ADDA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533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57A4F-E2C8-582E-986D-D31E9041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CD3E96-31FD-D591-E85B-8DEEDE94F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A9601F-A66E-AB80-A426-A938507F1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B14427-310C-BCF2-4641-8362B038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4B07E9-C08C-7136-6D4D-4C88CA15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A99CB6-2F7D-8D72-DAB5-8C4081EB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926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95B48-273A-6D40-AE0E-6212E5A7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80DD3E-FFCF-F69E-27C7-AC36B807F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AF9DD-53BF-A730-7673-4BA13834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90992-58AD-A5CD-8088-ADCA70A8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D1E63-295B-80BD-FA04-9A3BF5D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5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10CB32-314E-B9A0-D4DB-2EE90D61B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984FA9-D858-1788-2657-C6ADD2EBD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B7255-D291-41E8-F16D-44CA2C69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5CB91-021F-8014-BA02-3C9D80EB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A0F35-35EA-BA44-E771-B4E4C599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021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C1C8F8-3B09-B371-0554-E0CB35E0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F46FC5-09E5-82E9-C6C9-69B796DAF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ABAAE-400B-EA9C-6AB5-6563F1BF3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24C0-6FB4-114E-845F-CE1D67F2418C}" type="datetimeFigureOut">
              <a:rPr kumimoji="1" lang="ko-KR" altLang="en-US" smtClean="0"/>
              <a:t>2025. 12. 8.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FB4BE-189A-F018-9C12-0A20A05EE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83A055-C08B-67EA-0418-E15BBB56D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09080-23E2-0B40-83F7-07D595F9C67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021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32824-2215-6975-D9F4-DAB5136A5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91C17F-0BD4-FA93-2A57-06B449FF7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50325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135E-6F1B-C65F-FC73-A5CBD9F8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255FA-162A-2999-0483-6BB5979A8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E736C7-10DB-F29E-514B-96C57D24AD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20009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0D61-7047-77E7-727C-1F32C445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A1B28-B7FF-8B30-A021-8B5D6CC3F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33675B-282B-7A8A-B1AA-F9DDFB991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153979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4F79-37AF-872C-ED90-A5315EAF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8F25-8E52-5B6F-1159-666661F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04D133-2178-2477-59BC-1CC55779D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2019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3E01-B266-96D3-3326-7C3EF49B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71347-4F17-74BF-FA3B-D71AC085A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C53CD9-A678-BCC8-1121-948E44E35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95780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CDC2-1683-D8C8-318D-6EA63885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7F804-0CAE-FA1B-33D6-F77FF7215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3992C4-FB7D-6828-8946-F9174DB43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25865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A14A-FE25-9DB6-1A32-44E40ED5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F0034-CE14-95C4-2B94-383BDD846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62E4C0-C5C3-D16B-E1B1-87FB26D38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10376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4E50-A2D0-00D2-D27A-7F6683B0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4E7E8-520C-0B9A-E776-A1A3F099F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83B5EC-2388-C249-2000-999F5A6A8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339523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C603-73AF-941A-0720-24B96748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BE631-03C2-ED94-8C77-CAB7C3C02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F4CD6E-A72C-AAB3-8AF9-88D85F4EC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228713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C67B-CECB-55A8-89CC-A8FF489D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00DB8-E8C9-D598-1E7A-77CFBECCD3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C103B9-C8BE-FD46-AD3D-98CCB2BEC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1873134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00CB-A289-B416-1673-87221AA0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BE18D-4528-0AD5-8F16-4D8310536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175779-DC34-241C-6B82-DEDDDCC7F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125636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095C-3712-DA32-829D-F783B7BC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52A82-9885-30F4-33FF-523A14CE2A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69F7E8-40A2-BD36-AAF1-7D5953045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3720569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5722E-C91F-E61A-390D-04E8B1E3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A11EC-B5BA-C903-D9DE-EF4C3E213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9962B0-751F-10A8-E5F5-66661FC60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3475710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F5E3-818F-B42C-32C0-4DC84CCF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F2E5D-2BE6-7E9C-88AF-928988751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09D57-EBB7-F69E-F954-BFE674A59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01703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9B16-A3D2-2D8D-B9B2-B24B77DE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2416C-4346-D169-ECDA-4F382B61C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75C82C-3A3A-ACDF-93CD-E474E90E7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ko-KR" altLang="en-US" dirty="0"/>
              <a:t>이것은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 err="1"/>
              <a:t>테스트요이것은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</a:t>
            </a:r>
            <a:r>
              <a:rPr kumimoji="1" lang="ko-KR" altLang="en-US" dirty="0"/>
              <a:t>테스트요</a:t>
            </a:r>
          </a:p>
        </p:txBody>
      </p:sp>
    </p:spTree>
    <p:extLst>
      <p:ext uri="{BB962C8B-B14F-4D97-AF65-F5344CB8AC3E}">
        <p14:creationId xmlns:p14="http://schemas.microsoft.com/office/powerpoint/2010/main" val="420381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Macintosh PowerPoint</Application>
  <PresentationFormat>와이드스크린</PresentationFormat>
  <Paragraphs>30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  <vt:lpstr>이것은 USB 테스트요이것은 USB 테스트요이것은 USB 테스트요이것은 USB 테스트요이것은 USB 테스트요이것은 USB 테스트요이것은 USB 테스트요이것은 USB 테스트요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2025-11-24T01:39:01Z</dcterms:created>
  <dcterms:modified xsi:type="dcterms:W3CDTF">2025-12-08T00:29:18Z</dcterms:modified>
</cp:coreProperties>
</file>
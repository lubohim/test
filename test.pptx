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6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86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1AEEF-FB3B-4477-821B-0D410A3F0D05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75CD-1A19-4A45-AAD3-858373B009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438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1AEEF-FB3B-4477-821B-0D410A3F0D05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75CD-1A19-4A45-AAD3-858373B009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356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1AEEF-FB3B-4477-821B-0D410A3F0D05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75CD-1A19-4A45-AAD3-858373B009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616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1AEEF-FB3B-4477-821B-0D410A3F0D05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75CD-1A19-4A45-AAD3-858373B009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067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1AEEF-FB3B-4477-821B-0D410A3F0D05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75CD-1A19-4A45-AAD3-858373B009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723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1AEEF-FB3B-4477-821B-0D410A3F0D05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75CD-1A19-4A45-AAD3-858373B009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75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1AEEF-FB3B-4477-821B-0D410A3F0D05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75CD-1A19-4A45-AAD3-858373B009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36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1AEEF-FB3B-4477-821B-0D410A3F0D05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75CD-1A19-4A45-AAD3-858373B009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954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1AEEF-FB3B-4477-821B-0D410A3F0D05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75CD-1A19-4A45-AAD3-858373B009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5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1AEEF-FB3B-4477-821B-0D410A3F0D05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75CD-1A19-4A45-AAD3-858373B009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745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1AEEF-FB3B-4477-821B-0D410A3F0D05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75CD-1A19-4A45-AAD3-858373B009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476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1AEEF-FB3B-4477-821B-0D410A3F0D05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575CD-1A19-4A45-AAD3-858373B009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943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mtClean="0"/>
              <a:t>Test	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mtClean="0"/>
              <a:t>test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122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Test 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</dc:title>
  <dc:creator>이종훈</dc:creator>
  <cp:lastModifiedBy>이종훈</cp:lastModifiedBy>
  <cp:revision>1</cp:revision>
  <dcterms:created xsi:type="dcterms:W3CDTF">2025-05-26T02:49:49Z</dcterms:created>
  <dcterms:modified xsi:type="dcterms:W3CDTF">2025-05-26T02:49:57Z</dcterms:modified>
</cp:coreProperties>
</file>
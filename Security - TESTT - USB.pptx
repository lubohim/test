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D2FF8-CDDC-24DD-012A-D2DAA4743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6EF38F-1D28-17BC-98F2-95AABCBC5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07E2AF-77F8-FE40-8438-69DAB0C7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EF618-959E-CBA9-D801-789CB793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136A0-FC6E-4D97-3B53-C6523C34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663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AD454-C263-95C8-1DE9-8DC18200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8F455-A011-0AE9-0E43-7B6A6F34F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35700F-4E33-3C78-159D-DD0F5F30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7A5EC4-E1A0-69C0-E32B-ED6BF252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AE4041-A8B7-DFFC-A198-295CCC1C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24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91CFC-11FC-02D7-FD9A-256EDEC0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3F63C-4724-5CDC-DAD0-3240134FE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13C24E-2A39-27C3-585E-BD3F9E60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89AC0-62C8-1536-55AF-6109AD9B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D9B66F-CFCF-857B-E4CB-5D1833BA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545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7FC8-40ED-2698-3075-448ACF71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EBF15C-7AE1-D905-EA59-E75065973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2AAFE9-8BA3-1985-73DA-1AEF6BB64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E25851-47D4-84D0-748F-33C978E5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632946-911E-907D-919A-F0DF06D4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7DF5E4-C8CB-227D-95AF-52440F0D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351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E2CA5-2EDF-B95B-13D8-7F13D1FC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66759-1701-23AB-3648-0C22E642F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6D9BB4-CEFE-0373-0125-DA0CBCF13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5A0047-8730-D67B-C3CD-3CFD9649F1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FDD0AB-A6E1-3265-D645-533DD2188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B1B633-4B9C-B5B5-B37A-75C8E976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C4AF05-BB7F-C6DD-3C1F-11A9CAAF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ED0B5E-1C97-2BC2-AF44-E52E41A9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163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A1885-1576-2844-8163-B76E0FB2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D21B0F-4CE8-6567-7116-951F13C9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8011BF-A076-E999-7FB2-CC7BE418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B09861-74CB-F8D0-2791-22703854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130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B8B9B2-7965-F8C8-7EF8-F32D3E99B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2B675F-AE27-C68F-2643-9D1DF27A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549A4F-B02A-BCA7-F1B6-BAA87E00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9193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1E699-7CFF-2E43-A58C-29DC0657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85A248-9BC2-984D-170A-707347C61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179815-CA5C-83DF-62D4-C46ACB51B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37F2A-C167-0695-1294-84115848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FD3735-0ADD-D8AE-E2F7-313A9AAA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60E4F1-9772-7356-6F1E-A30DCA97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255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0670C-2A91-B06C-A094-00CD0184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4B851E-F909-5BBF-0F10-5674626A2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025CDD-7A0A-0B9C-6D46-276753B46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66E85C-B121-BD4D-75C8-E2F7DCB3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6A5517-EDC5-FEC7-9F02-D7EF47D7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1C5333-B65A-E566-60E9-0C782911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466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C22EB-4C5F-21FD-40CF-40328ACFC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F35D29-4AB1-CE83-6999-797D66D2F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8C870E-A34C-8385-AA9F-D204C0CD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994AC-0F26-C0D0-83AF-F21AC5C7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FAB97-2B96-6B28-7FA6-F6F1A866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440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9736CA-7400-3756-438C-D8FBCAC20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4AE465-3ACE-0C16-394E-25214F7C7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CFDE3E-6851-7E47-D9AE-D8646C65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735498-E213-FCC9-8416-109D7404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25EEB-D646-3B03-5129-87E50AFA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546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EFC625-5ACD-7A18-CDA8-93DCCEE9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A45D0F-BDD5-C722-7F45-7BA515394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E67A0-5EA8-4157-3682-9EC2AF1E5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6B02F-8D02-0F41-BEAB-02B53E10A4C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B200EB-2708-1A19-7EF7-9F741DCF1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5F929D-933A-4C38-CE40-5B96B27FB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B4D60-AE96-664C-9AF3-E214BCA1D8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081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9DA82-88C6-DBEA-3499-EFE021DAEE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Security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843701-47AE-79EE-E8BE-4EF733909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 err="1"/>
              <a:t>SecuritySecuritySecurity</a:t>
            </a:r>
            <a:endParaRPr kumimoji="1" lang="en-US" altLang="ko-KR" dirty="0"/>
          </a:p>
          <a:p>
            <a:r>
              <a:rPr kumimoji="1" lang="en-US" altLang="ko-KR"/>
              <a:t>Security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590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2025-11-24T04:59:05Z</dcterms:created>
  <dcterms:modified xsi:type="dcterms:W3CDTF">2025-11-24T04:59:28Z</dcterms:modified>
</cp:coreProperties>
</file>
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1"/>
  </p:normalViewPr>
  <p:slideViewPr>
    <p:cSldViewPr snapToGrid="0">
      <p:cViewPr varScale="1">
        <p:scale>
          <a:sx n="114" d="100"/>
          <a:sy n="114" d="100"/>
        </p:scale>
        <p:origin x="4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4397E2-2397-D610-BE0A-D147C8166B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49CFE3E-2A03-4C4A-1693-AEE6C3E216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7D6AD2-19B5-816A-E6DD-D7E6C0909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1DB9-E13B-EC4B-915C-5E1828302C13}" type="datetimeFigureOut">
              <a:rPr kumimoji="1" lang="ko-KR" altLang="en-US" smtClean="0"/>
              <a:t>2026. 5. 27.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F18D95-7A44-3F1C-0394-DDEE60F1F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0EC5BA-A0B6-903F-1F68-EC2444A9F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CEB8D-DE10-4644-AE53-8148649F1A6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40036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41EE8F-7913-7D6F-6EAD-E4B9E69DB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77B85E-4DEA-49EF-3572-928C8649F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898FF8-B55D-109D-1C42-DB45977AB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1DB9-E13B-EC4B-915C-5E1828302C13}" type="datetimeFigureOut">
              <a:rPr kumimoji="1" lang="ko-KR" altLang="en-US" smtClean="0"/>
              <a:t>2026. 5. 27.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845D4A-BB18-1FE5-0FEC-10022A898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5A3B88-D20D-4FD5-4A13-6A0171137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CEB8D-DE10-4644-AE53-8148649F1A6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01175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F6D255-6DA6-F019-80F9-328BD4A80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44B41A0-0DD5-E9DA-CF19-16701D4D8C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8ECCBD-BF5A-7AAB-23EF-D947A618E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1DB9-E13B-EC4B-915C-5E1828302C13}" type="datetimeFigureOut">
              <a:rPr kumimoji="1" lang="ko-KR" altLang="en-US" smtClean="0"/>
              <a:t>2026. 5. 27.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4A87AD-53AD-BFDA-62B9-0E5A7A6FA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15795F-CD3F-DB6F-3C27-CF6932D87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CEB8D-DE10-4644-AE53-8148649F1A6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21559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440C71-2E90-C30D-DF43-1660219B4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E2A45B-98A3-5182-A520-F0E8D95DF9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B3EBFAC-4742-CFE8-65EF-F4E4BD0520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49046F1-B49D-604F-9E81-D349111A1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1DB9-E13B-EC4B-915C-5E1828302C13}" type="datetimeFigureOut">
              <a:rPr kumimoji="1" lang="ko-KR" altLang="en-US" smtClean="0"/>
              <a:t>2026. 5. 27.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E85BEEA-CFC2-230C-4116-76BBAFDFF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BE344A-09D6-3555-3B43-9898CB2FB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CEB8D-DE10-4644-AE53-8148649F1A6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76929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67E388-40ED-D54D-CC02-0C908A460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93B7F1-9FCF-287A-1132-BC5EF9E74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FD1F85C-B6AC-C494-7E55-FAFAA60021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77972CF-A782-1A42-FD35-BB67379D6E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7C0C613-F807-7754-E900-89CB1E39C4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15ED1D9-0088-CC2F-6194-DCD0663A4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1DB9-E13B-EC4B-915C-5E1828302C13}" type="datetimeFigureOut">
              <a:rPr kumimoji="1" lang="ko-KR" altLang="en-US" smtClean="0"/>
              <a:t>2026. 5. 27.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30AC380-9098-0D2F-757B-8CD182D4A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6144C8D-C8C4-FD30-89D0-52B5FB895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CEB8D-DE10-4644-AE53-8148649F1A6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93231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EF3829-96C9-E9C7-9A39-1BE2A9804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5353060-36F6-CB90-4586-D10702E94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1DB9-E13B-EC4B-915C-5E1828302C13}" type="datetimeFigureOut">
              <a:rPr kumimoji="1" lang="ko-KR" altLang="en-US" smtClean="0"/>
              <a:t>2026. 5. 27.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4350A7A-1E10-1457-365A-43543893D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D984E82-351D-6B36-9564-53FB88488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CEB8D-DE10-4644-AE53-8148649F1A6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56178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774F063-E34E-D16F-31F1-6AB3607E8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1DB9-E13B-EC4B-915C-5E1828302C13}" type="datetimeFigureOut">
              <a:rPr kumimoji="1" lang="ko-KR" altLang="en-US" smtClean="0"/>
              <a:t>2026. 5. 27.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6375370-2CBE-2D47-5A16-BEDF013CA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F15984-732F-C597-8AC1-11496B14B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CEB8D-DE10-4644-AE53-8148649F1A6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06216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43E669-FA3A-A1FD-C742-1F1EA20FA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7A593D-997E-08B2-0DDB-93B50CC13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FD2A3BB-934E-702F-0323-3A34530329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A2F690A-5C16-1174-77FF-8419BD6E5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1DB9-E13B-EC4B-915C-5E1828302C13}" type="datetimeFigureOut">
              <a:rPr kumimoji="1" lang="ko-KR" altLang="en-US" smtClean="0"/>
              <a:t>2026. 5. 27.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5AE6051-9FDB-6E08-A072-EA32478BD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268B95-7771-553B-6C40-66FD25526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CEB8D-DE10-4644-AE53-8148649F1A6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9802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9FDFF7-AC3B-0F15-26A6-541B3FE73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1902510-3FDD-50F9-CEB4-BA91EC6C5A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7727E31-C259-3DE4-89DF-4C9B75B78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EDBB6BF-811F-D48B-C997-BC12DE57F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1DB9-E13B-EC4B-915C-5E1828302C13}" type="datetimeFigureOut">
              <a:rPr kumimoji="1" lang="ko-KR" altLang="en-US" smtClean="0"/>
              <a:t>2026. 5. 27.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9BF8000-DB8B-6885-CEB4-D527ACF31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146C4DC-669F-B795-0900-F6094F545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CEB8D-DE10-4644-AE53-8148649F1A6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41284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4D5D36-D5BD-DACF-76C1-CEF415DAB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C41A27E-C69F-1656-4C0C-3F4FC831C3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224F12-499B-D447-902F-BA9E54A20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1DB9-E13B-EC4B-915C-5E1828302C13}" type="datetimeFigureOut">
              <a:rPr kumimoji="1" lang="ko-KR" altLang="en-US" smtClean="0"/>
              <a:t>2026. 5. 27.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45D48E-F229-EBF6-112B-D0C682841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06B2DE-1573-ED90-8775-51A9C0C78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CEB8D-DE10-4644-AE53-8148649F1A6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81420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2E09F61-5AFC-ED3D-0F52-7A151F8ED5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F7C598-C109-D288-0BF1-1315624FF7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B70EAA-B1CE-3262-4C1E-00CE6234F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1DB9-E13B-EC4B-915C-5E1828302C13}" type="datetimeFigureOut">
              <a:rPr kumimoji="1" lang="ko-KR" altLang="en-US" smtClean="0"/>
              <a:t>2026. 5. 27.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057E4B-1A22-CA87-E5C8-1CB2DFC05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5F825F-BD73-9273-D2CF-CCCD89E8E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CEB8D-DE10-4644-AE53-8148649F1A6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89959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B310176-CF3C-8C73-8744-F90703372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A8432C-8CAD-5669-2D58-2C96F04D87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99FABE-910B-9D89-2715-EA925D3609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641DB9-E13B-EC4B-915C-5E1828302C13}" type="datetimeFigureOut">
              <a:rPr kumimoji="1" lang="ko-KR" altLang="en-US" smtClean="0"/>
              <a:t>2026. 5. 27.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F95AAD-BC8A-5176-266F-5C266B76CD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872084-5D2F-0F41-FC5A-4ACACA9222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8CEB8D-DE10-4644-AE53-8148649F1A6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74142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0C8686-4F5F-CD90-9AC8-D3145DE025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ko-KR" dirty="0"/>
              <a:t>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66722A-DB40-98D9-BA81-47B9CB7D8E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kumimoji="1" lang="en-US" altLang="ko-KR" dirty="0"/>
              <a:t>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4356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C8C2A-1501-F08A-3F29-2085E07F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8868A8-61A7-DAAD-8A7A-BE70A24C7E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ko-KR" dirty="0"/>
              <a:t>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C6253F9-7D0B-7957-8FB0-2F2CBA1E2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kumimoji="1" lang="en-US" altLang="ko-KR"/>
              <a:t>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</a:t>
            </a:r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8487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FC0BD-AB35-5318-0A51-4FE207BCF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D3DCAC-2141-14F3-8DA0-DB48C694C3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ko-KR" dirty="0"/>
              <a:t>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316601B-0D3E-DCF3-7701-DDFF5DA4DB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kumimoji="1" lang="en-US" altLang="ko-KR"/>
              <a:t>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</a:t>
            </a:r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64540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FB471-5147-F7F2-D7F3-4B0F3DC14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D0C5D0-F1F0-0180-0F39-EF85052038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ko-KR" dirty="0"/>
              <a:t>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A62C54E-1CE2-DA78-990F-7241DB4FC8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kumimoji="1" lang="en-US" altLang="ko-KR"/>
              <a:t>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</a:t>
            </a:r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08430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CC842-F95A-8300-EA84-64AA9D857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7FAFBD-5AB0-684D-9440-DFF934BE14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ko-KR" dirty="0"/>
              <a:t>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1835D85-4E13-0051-0F51-223E174CFF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kumimoji="1" lang="en-US" altLang="ko-KR"/>
              <a:t>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</a:t>
            </a:r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67912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440E9-31CD-7FF7-E8AF-AD3E4127A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69B2B-2A4A-E00C-73D9-D3948E5004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ko-KR" dirty="0"/>
              <a:t>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6E3B536-7081-65EF-AF36-9A4DAD6DB0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kumimoji="1" lang="en-US" altLang="ko-KR"/>
              <a:t>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</a:t>
            </a:r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21163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059F4-18D6-4845-4187-93F7F0377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64BC18-0F3B-877C-8905-74F97CD467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ko-KR" dirty="0"/>
              <a:t>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06D8B85-CA57-3818-B3EC-D12F43E7E2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kumimoji="1" lang="en-US" altLang="ko-KR"/>
              <a:t>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</a:t>
            </a:r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50291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E0DCC-855D-0E8A-4EAF-812BC9B1D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4ACC58-E646-8F5F-2393-AD78D542F5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ko-KR" dirty="0"/>
              <a:t>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572291-2EF4-0C57-6F3B-82C117D4ED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kumimoji="1" lang="en-US" altLang="ko-KR"/>
              <a:t>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</a:t>
            </a:r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98543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4D83B-CEB9-4204-5B02-BF8F0E4CC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548A5F-0587-997C-065B-A757E988CA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ko-KR" dirty="0"/>
              <a:t>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E8EF832-177A-7F13-A914-2FB6FD686F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kumimoji="1" lang="en-US" altLang="ko-KR"/>
              <a:t>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</a:t>
            </a:r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70856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080EF-C7D0-8967-4100-1EC175748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E27760-A7BD-3221-9B33-6C06E684A2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ko-KR" dirty="0"/>
              <a:t>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2A7BEC4-D6A9-8C55-57FC-A57E51A0DA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kumimoji="1" lang="en-US" altLang="ko-KR"/>
              <a:t>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</a:t>
            </a:r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302964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213EE-88A3-A092-28DE-31EF3216E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BEFAE7-3703-0ACB-8C04-E8990D1D7E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ko-KR" dirty="0"/>
              <a:t>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TESTTESTTESTTEST</a:t>
            </a:r>
            <a:br>
              <a:rPr kumimoji="1" lang="en-US" altLang="ko-KR" dirty="0"/>
            </a:br>
            <a:r>
              <a:rPr kumimoji="1" lang="en-US" altLang="ko-KR" dirty="0"/>
              <a:t>TESTTEST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40EEB84-1B01-2EF5-3AF1-387E3DACE7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kumimoji="1" lang="en-US" altLang="ko-KR"/>
              <a:t>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TESTTESTTESTTEST</a:t>
            </a:r>
            <a:br>
              <a:rPr kumimoji="1" lang="en-US" altLang="ko-KR"/>
            </a:br>
            <a:r>
              <a:rPr kumimoji="1" lang="en-US" altLang="ko-KR"/>
              <a:t>TESTTEST</a:t>
            </a:r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28047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330</Words>
  <Application>Microsoft Macintosh PowerPoint</Application>
  <PresentationFormat>와이드스크린</PresentationFormat>
  <Paragraphs>22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TESTTEST TESTTESTTESTTEST TESTTESTTESTTEST TESTTESTTESTTEST TESTTESTTESTTEST TESTTESTTESTTEST TESTTEST</vt:lpstr>
      <vt:lpstr>TESTTEST TESTTESTTESTTEST TESTTESTTESTTEST TESTTESTTESTTEST TESTTESTTESTTEST TESTTESTTESTTEST TESTTEST</vt:lpstr>
      <vt:lpstr>TESTTEST TESTTESTTESTTEST TESTTESTTESTTEST TESTTESTTESTTEST TESTTESTTESTTEST TESTTESTTESTTEST TESTTEST</vt:lpstr>
      <vt:lpstr>TESTTEST TESTTESTTESTTEST TESTTESTTESTTEST TESTTESTTESTTEST TESTTESTTESTTEST TESTTESTTESTTEST TESTTEST</vt:lpstr>
      <vt:lpstr>TESTTEST TESTTESTTESTTEST TESTTESTTESTTEST TESTTESTTESTTEST TESTTESTTESTTEST TESTTESTTESTTEST TESTTEST</vt:lpstr>
      <vt:lpstr>TESTTEST TESTTESTTESTTEST TESTTESTTESTTEST TESTTESTTESTTEST TESTTESTTESTTEST TESTTESTTESTTEST TESTTEST</vt:lpstr>
      <vt:lpstr>TESTTEST TESTTESTTESTTEST TESTTESTTESTTEST TESTTESTTESTTEST TESTTESTTESTTEST TESTTESTTESTTEST TESTTEST</vt:lpstr>
      <vt:lpstr>TESTTEST TESTTESTTESTTEST TESTTESTTESTTEST TESTTESTTESTTEST TESTTESTTESTTEST TESTTESTTESTTEST TESTTEST</vt:lpstr>
      <vt:lpstr>TESTTEST TESTTESTTESTTEST TESTTESTTESTTEST TESTTESTTESTTEST TESTTESTTESTTEST TESTTESTTESTTEST TESTTEST</vt:lpstr>
      <vt:lpstr>TESTTEST TESTTESTTESTTEST TESTTESTTESTTEST TESTTESTTESTTEST TESTTESTTESTTEST TESTTESTTESTTEST TESTTEST</vt:lpstr>
      <vt:lpstr>TESTTEST TESTTESTTESTTEST TESTTESTTESTTEST TESTTESTTESTTEST TESTTESTTESTTEST TESTTESTTESTTEST TESTTEST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박성진</dc:creator>
  <cp:lastModifiedBy>박성진</cp:lastModifiedBy>
  <cp:revision>1</cp:revision>
  <dcterms:created xsi:type="dcterms:W3CDTF">2026-05-27T05:22:50Z</dcterms:created>
  <dcterms:modified xsi:type="dcterms:W3CDTF">2026-05-27T05:23:41Z</dcterms:modified>
</cp:coreProperties>
</file>
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280" y="-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E05511-668B-7F3B-CDE0-7F93FC136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302BC9C-DE24-2007-E660-A7D7C3878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67632B-7A3E-DAB9-A4FD-8C0873F38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9CC6A-8BE2-6A44-80D7-4D4A83E9345E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40BAD1-82C4-5228-1F41-A6C82CC51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EE5EC5-3A4E-BD4A-3D67-CCD29BA9E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7BDA-5425-6147-93E9-6F425856E53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769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F5CC6-10A3-DB5A-A865-61788CCDC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68B6DD-FCED-AC7A-E643-F79F2232E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4A2A35-86E1-1608-DB50-687D8B782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9CC6A-8BE2-6A44-80D7-4D4A83E9345E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98C8F3-CC0D-7C0A-6853-B1F8C3387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58FE73-4550-EEF0-3AA2-D72ADDD2A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7BDA-5425-6147-93E9-6F425856E53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40703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51902D-E70D-50C0-3D94-1EC1CF1D2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97DA11-5805-F346-BCEA-1D9FF74DA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960CA9-A7D8-3906-7BAA-AE89C63D0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9CC6A-8BE2-6A44-80D7-4D4A83E9345E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31DE41-9B2D-CF70-DBBA-D3FA98171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74AC75-C796-FA60-1A36-3D49F11D2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7BDA-5425-6147-93E9-6F425856E53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96509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B4CC2-C1E7-0CCF-7387-EC835547F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F47FB9-8A76-69C1-7256-BD5CDA21DA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FDB6B8-2647-D825-B872-A10DE3023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999F1A-B47F-26EE-27AB-00C6B5F55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9CC6A-8BE2-6A44-80D7-4D4A83E9345E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02F14D-412D-E8FC-5FF1-17C52BC6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CED388-EF70-AA66-E260-9C538FA6C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7BDA-5425-6147-93E9-6F425856E53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7275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5AD82-9760-B934-E08A-92522C169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464706-49CE-7D0B-80B8-704601376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DDA942-48F5-0B1E-F391-D80E04A71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7838BF-B879-DD0E-2CA9-84F8147029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D1253A8-30EA-3F93-DCBE-88313A3A40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3423FCD-962C-184B-DA24-E8AE3E12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9CC6A-8BE2-6A44-80D7-4D4A83E9345E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32540D-67D9-CA57-9228-2B49C58FC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FDCC972-AD05-6B1A-80F2-2919983E2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7BDA-5425-6147-93E9-6F425856E53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7664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98462-2A25-3AB4-99B2-1A6409FF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4324FF9-E751-3A0A-8C19-28DED2325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9CC6A-8BE2-6A44-80D7-4D4A83E9345E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34D71E-CD94-5779-1A6B-6979BE75A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5A2BF1-76F1-A3A0-7459-07ED041F7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7BDA-5425-6147-93E9-6F425856E53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8923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61C405-A1FB-41F3-40D8-224170F71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9CC6A-8BE2-6A44-80D7-4D4A83E9345E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7F07F32-6EBC-90C1-2C45-210CBEFA4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588FD5-1143-2CC6-FFC0-73200496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7BDA-5425-6147-93E9-6F425856E53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6406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336AD7-ABF6-E342-4DA3-C34197661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2FEBA0-0496-B1DE-F603-16B156EDF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BF0CB9-95B6-77B9-63C7-E9BFF2DF0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496365-BA0B-75B0-FA2A-5B970DEAC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9CC6A-8BE2-6A44-80D7-4D4A83E9345E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2E6C08-1742-784D-0CF3-19F31AE6A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7631C2-AAA2-F159-A9DC-716EB9091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7BDA-5425-6147-93E9-6F425856E53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36672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5007A7-411F-3B98-57F0-B9F84AEAF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2063E99-07B3-2E29-48A5-AA97DCF0EA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29BB2F-1E92-8126-FF7E-432DC62FB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5F1661-3F1D-41E4-08A5-536BF9A74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9CC6A-8BE2-6A44-80D7-4D4A83E9345E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A456E9-88C0-5174-6BB6-636265648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2A6233-8BF4-8ED0-6FD2-370601D6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7BDA-5425-6147-93E9-6F425856E53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2510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D55B62-79EC-5181-05A4-470A1F865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8F09BD-A6ED-B218-7169-3611E3AF2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852013-B195-7193-7093-8D099922D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9CC6A-8BE2-6A44-80D7-4D4A83E9345E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7E157B-133A-94A0-B0F0-8DED9FECA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760100-A35D-C578-4D17-23B194DE4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7BDA-5425-6147-93E9-6F425856E53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2971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56DDDC-EBCF-13F1-BA85-6E4BE6C9B5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B40808-AC50-D700-0F58-DBB8427ED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8BA638-605C-1C91-4F31-4CDCC2976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9CC6A-8BE2-6A44-80D7-4D4A83E9345E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5A250C-96A1-C9EA-E595-592023CD0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60FB0F-DC9B-7B2D-E694-BC6127DF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7BDA-5425-6147-93E9-6F425856E53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71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37E52E-3F2B-858D-9D94-C57DA05DB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80E2E4-2CCB-7EC9-25A0-5C7925A6D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124FAF-A45D-B09E-7C60-377BFC59C4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9CC6A-8BE2-6A44-80D7-4D4A83E9345E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8E1B0B-4944-E62B-F964-E095116238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6B7199-DDC1-88EB-EBFD-1D7EB146C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B7BDA-5425-6147-93E9-6F425856E53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898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7F95E-372E-6AAD-7EEB-478A2C0D7E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아이폰 </a:t>
            </a:r>
            <a:r>
              <a:rPr kumimoji="1" lang="en-US" altLang="ko-KR" dirty="0" err="1"/>
              <a:t>mtp</a:t>
            </a:r>
            <a:r>
              <a:rPr kumimoji="1" lang="en-US" altLang="ko-KR" dirty="0"/>
              <a:t> file Upload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00AA905-2E39-09B5-E884-FCA74D3609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2282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D02EC0-E821-1F76-3F42-A2E5F64A1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7735A0-2815-5FBA-71F7-DB91CCC30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A627EF-4426-9601-8594-F74D06E9C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49694"/>
            <a:ext cx="7772400" cy="475861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B42CAED-6FD9-2509-5613-26A0BC703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202094"/>
            <a:ext cx="7772400" cy="475861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96C5762-49A3-9321-80A1-F87BE7CD1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354494"/>
            <a:ext cx="7772400" cy="475861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BBE5079-3701-AFB1-776B-5F9E83448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506894"/>
            <a:ext cx="7772400" cy="475861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06F4DB1-F157-6367-AC35-BF55655B4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659294"/>
            <a:ext cx="7772400" cy="475861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43A0095-45DC-8BB7-F5CF-5E751293D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811694"/>
            <a:ext cx="7772400" cy="475861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4A2B6DB-ECF4-BE07-6342-D520DD057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964094"/>
            <a:ext cx="7772400" cy="475861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6629CAE-E06C-F9AC-6ADD-0B3A6E4E9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2116494"/>
            <a:ext cx="7772400" cy="475861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25A8BD8-572F-DEDC-3AC8-83D21E8EF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268894"/>
            <a:ext cx="7772400" cy="475861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7FC9872-FA2F-0E7C-BC2D-7E8DE8330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2421294"/>
            <a:ext cx="7772400" cy="475861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01A7F31-A27A-BA32-D499-52EFE761F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2573694"/>
            <a:ext cx="7772400" cy="475861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37185FF-8955-49F8-D351-66D614EB7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726094"/>
            <a:ext cx="7772400" cy="475861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96BF83C-144B-B501-3310-6AEA77440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2878494"/>
            <a:ext cx="7772400" cy="475861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E5C9655-7707-97C4-A0FA-875958306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030894"/>
            <a:ext cx="7772400" cy="475861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C3B79FA-0067-BD41-0B2C-CC2DC19DB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183294"/>
            <a:ext cx="7772400" cy="475861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F093902-CBF6-68EF-C972-4401ADF38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3335694"/>
            <a:ext cx="7772400" cy="475861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B655576-6029-02EA-874C-3846E1940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3488094"/>
            <a:ext cx="7772400" cy="475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858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와이드스크린</PresentationFormat>
  <Paragraphs>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아이폰 mtp file Upload TEST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박성진</dc:creator>
  <cp:lastModifiedBy>박성진</cp:lastModifiedBy>
  <cp:revision>2</cp:revision>
  <dcterms:created xsi:type="dcterms:W3CDTF">2025-10-23T05:28:22Z</dcterms:created>
  <dcterms:modified xsi:type="dcterms:W3CDTF">2025-10-23T05:28:56Z</dcterms:modified>
</cp:coreProperties>
</file>
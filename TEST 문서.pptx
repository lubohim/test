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17C250-141B-8749-A57C-EC76E13E6D91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31790-AC16-5543-A854-01E673AE61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3273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31790-AC16-5543-A854-01E673AE61A7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9825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7AF72-8A26-0C77-8AA6-66ADD7F71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7DD339-3C42-4960-D51B-E0855AD24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CD44FE-47DB-BE2C-1510-0B607DEC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201C7-2A4B-725C-07DA-733D6B82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489BA6-59FE-0091-F0A9-813D72E0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9829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DF92E7-90B3-7135-06AA-9FA0E487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8C360C-88E8-DC4B-A9D5-5154A31D0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01186F-9D41-F101-3520-D46BAE0D9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F385F-2733-508D-E541-20DC8C2A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38119D-6C4B-5950-3829-B5451B36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1049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ABCF7-95C5-ABBA-69BC-A042CD744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7DA50C-2357-E704-8B82-CD48ED6BB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285751-BB30-BCD3-F3D2-45067FE54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4AA194-02DF-CDD0-7474-8F51EF3A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4017AC-25E5-77DA-9869-293A9A4E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9042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F90D5-731E-F483-88DA-01201B7F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983845-7A65-CEB7-B84F-A892EFA69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78BD00-BCC4-F615-932A-02B0BAE13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828FFC-3FA8-C7E9-B4BE-E9C069E4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1E1876-1E30-22F4-13D0-B6F0A63A7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DE06B9-F5EF-9D96-0E67-59616C470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1969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2A3EC-7C04-B9B1-037E-D96AB815F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AAA64E-FD94-C61E-FE4A-8493DE756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04BC7B-ADB8-8942-F2FF-4357F8D34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6C117C-ED43-10FE-4568-4DBE7E13A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B61E9E-FC6B-B288-0437-1612D632B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9B4C03-36CA-6CA1-9EA3-26504FD5C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427E9E-8203-86BA-0292-98FC63808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678007-B79F-F9D2-D4D7-74BB3241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043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D9BC3-D86F-4B88-90C4-B4781B372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167C19-2354-AF9C-7512-86F301D3E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993725-1AD3-CD4A-FA5E-DD4D48D7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4A1568-D5C1-FBAB-66B4-06E9F10E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6043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950758-6C94-5CED-50F6-65E5E10D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6886A2-2B1B-9F9F-B649-D4FFDF88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F64A9-01F5-1037-D048-97BC1C51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7884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8EF8C-EE77-27E4-FDDC-BE7285C2B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93828-C3EC-8321-5695-687573D6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D5E2B0-F59D-E5DF-E92F-2DD462AE3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B36181-648E-1061-83F9-3313FC56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2D0F25-06AC-438D-7BDA-145F252A2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98660D-2FED-FC45-E8EB-2976C576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992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3ABE2-15B6-71D1-29F9-6B757270F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4644F4-E15F-AC5D-0811-D95AB68C7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55FE01-9DF1-273F-4893-FCB23DA01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D4F60C-18AD-3FD2-2BF5-9B618C758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7F7094-9F98-474D-803E-388FC305A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B068E1-CDE5-8CD3-B64E-CD3D0F3A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853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34B94B-5D3B-680F-C357-B2014F1E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043CE9-C2C0-657E-7023-D7C7E9105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FFB710-F4AA-5989-97B4-543984530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7A7AA7-B2BD-58FE-4312-14BEB16AE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865BFA-240D-9803-A231-6AEA2167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3120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3E3E8F-B69A-9ADF-9688-49CE3361E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8F0ADF-72FC-5307-B9EF-380C36827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238DD5-529A-5650-249F-A3C568D41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26DF1-B0B5-31C2-3234-83E644E1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E0635-EEE3-224F-87B0-DC385293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278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40AB7D-C735-407C-FAF4-487F23CAC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0CA991-2186-09B2-94D8-F3D906F0E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0CA802-BE9B-2987-7A1C-65755717C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95547-D092-C44C-941C-98F572A2018F}" type="datetimeFigureOut">
              <a:rPr kumimoji="1" lang="ko-KR" altLang="en-US" smtClean="0"/>
              <a:t>2026. 1. 21.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BB72B5-9AF4-E942-E26B-2A178E53F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AB5C1C-7C40-994C-E9A9-D5288C71A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C8FDC-F346-3746-BCA5-1F331CEDA6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6381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4774C-BC76-05BB-67B0-0C1819C01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kumimoji="1" lang="en-US" altLang="ko-KR" dirty="0"/>
            </a:br>
            <a:r>
              <a:rPr kumimoji="1" lang="en-US" altLang="ko-KR" dirty="0"/>
              <a:t>TEST </a:t>
            </a:r>
            <a:r>
              <a:rPr kumimoji="1" lang="ko-KR" altLang="en-US"/>
              <a:t>문서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5D737D-06CB-96CE-80D9-BB23E3204B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9939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</Words>
  <Application>Microsoft Macintosh PowerPoint</Application>
  <PresentationFormat>와이드스크린</PresentationFormat>
  <Paragraphs>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 TEST 문서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1</cp:revision>
  <dcterms:created xsi:type="dcterms:W3CDTF">2026-01-21T01:03:18Z</dcterms:created>
  <dcterms:modified xsi:type="dcterms:W3CDTF">2026-01-21T02:07:58Z</dcterms:modified>
</cp:coreProperties>
</file>
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8085B-DA9F-811A-8FDA-07C71F059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8F0813-78B4-BC59-C27F-998741130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7E3E09-55CA-3170-0D06-9A26E0A6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BFF89-5C1B-79C1-5274-40431DF0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0EE67-7766-0E3D-9608-260D068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706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0FFA8-179B-9AF0-AB4A-530548F3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48F18-C1E9-D5F7-28F5-0B2C44D42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34563-D1C5-3BA3-5679-99C48BE0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EC8CF9-06BB-4FFB-C559-77DF553F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FF510-6D55-7BFE-DE76-FF5667B1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362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657E7-8944-4C1F-8DF7-24AD34BE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74D1C-9EC2-E710-B148-CF0E3F17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BFFA4B-E434-411C-A428-355B72A0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A981C-576B-3204-8CE7-AD85C986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B3C86-39D4-6833-74F1-592041AD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389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14114-3F88-6BD7-AAC0-9D9D34C9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FEE721-0797-4F3F-8067-63CC4A2A7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F7ABA9-6713-3717-3142-606ED76E5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CE0702-435D-3DAE-9289-7697B700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68C2C8-09F7-6797-B280-621CBAC8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678E3F-9BC7-6F8C-9EA9-7BD81E2A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99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B0A52-6505-5C5F-62EA-9922DCA0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D36E63-C097-92DC-3351-D740D6DF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33D1A9-0CEE-617B-F391-370322A40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5FE33B-66E5-94E7-326A-E9C7055FA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14EFF1-1E78-9CD8-82B0-E31B7F429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52BA64-D90D-E238-1A2A-EE24D13C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B3F0FF-EFB8-B28E-588B-1EE86DD8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C68D2-1D8F-FEF0-185D-F3EC07FD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589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E4103-A4B0-20B8-B66D-C6326BE6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C9A23B-BDBA-DD91-28BB-03396285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DCF5C7-0AB4-175C-F7B2-B30EC85E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E33A5F-E2F2-AB84-CE01-CD90F4DC9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78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3683F2-7A81-A407-764D-9E0C908A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4EF20A-3D2A-C2D1-B0AA-329EAFDD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FACF3-0A33-E564-655E-5783E93C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558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7A754-ADB5-F0CE-17AB-9AFF18B3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04D2A-8E4F-4FFD-754C-DB572DEF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F6B6D8-2572-22BF-57E6-858067B8E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DE038A-34CE-79C7-B147-A8A29772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65FC6-306D-16FB-39D3-63F14150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7B23D-A1D5-CAD5-AF5F-4A3B3018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522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8C0FC-17D0-44E4-19C1-448338BC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A694C4-D1AC-2617-E708-9D9707E42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3CB79D-2D62-7767-FDCC-49C23C9D1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BE456B-CE29-1A75-0DF9-71C5313C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ABBFD8-75C6-7A81-8212-C9FAE7D2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8CA5AD-9ABB-C0DE-D5E2-374241C7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977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AA39B-8D61-E63C-A49C-E848682D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1520A7-3BBE-93FA-AF29-C7DE9B519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03BAB9-7AFF-6722-C050-6A2D7D28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345D86-29F6-167B-13B3-C93C31E7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A3EE5-CD32-B567-0B06-07D92F1C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180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997F1B-1DD5-1834-7903-CD665186D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B7919A-87BC-DF8D-BE8C-8FCCB0AF5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83919-40E0-1090-2C1B-2DA43D0E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D33FB-5421-F2C6-1360-FC68F770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237C2-45B5-AF42-C637-2A26BC50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86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64EC74-7350-7EED-DA22-A8471A7E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E5ED8-7C5F-0E19-9A0D-2E5FC1E69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7474F-F18D-BE00-0C90-FC86A4AA9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8960B-79FB-9840-A5D7-84E53777FE1B}" type="datetimeFigureOut">
              <a:rPr kumimoji="1" lang="ko-KR" altLang="en-US" smtClean="0"/>
              <a:t>2025. 11. 10.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23DD7-CF1D-BEF4-10DC-699837C03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C66D4-7B69-040B-907D-A6BC4C6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D7257-1D98-0C46-8079-7A1FFA330E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498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324D5-B709-9C46-32CC-365E6C4DF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4B9FB6-92D3-3101-1243-80A884C7C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791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C914-BC83-F553-3D13-4C32D9B9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9239E-D7CE-005C-AA9F-5B1172F7F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753CF3-1C0C-9933-20F1-8FA4C1945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50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AE26-60DA-18B4-2D02-2902B3AF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D8616-83A5-6488-3BA3-E348B3C30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9126E9-E3BD-7763-1C42-F7071ADE3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08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9863-83AA-B36C-B7D0-924A9133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EE16B-3D3E-F157-11C4-2577227B6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6F9C5D-B471-5F0E-B001-052D8F941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41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384D-0D00-2900-9855-EF70E24A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E841B-5E39-5ACF-FF62-E2923C073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9306F1-AECF-3B8D-E328-7B54EC83B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19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4FC3-FA7E-E413-6B38-A7B0F70F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9804D-D1DC-E2AB-8AE1-74E4141B5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623390-BA83-D5AB-F736-5F39F4A8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129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ACA7-D6C7-BDCF-B46C-C1CE13CE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B519F-914F-30BD-FA3C-CFA11F230F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7F352C-BF16-2204-F8E3-DF136E534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657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CFF6-60C5-F442-1CBF-43D5C7010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7D2D3-1718-81B9-4C78-E00B71CEE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5A71DA-35F5-10DA-D66B-F121BEACB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36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696A-F568-F096-C1B7-1E6B74EF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2C541-4CF3-C351-3D99-0EB0D829A0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E21842-A710-4EC9-6137-5052A9D1D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108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7F8A-F97A-6989-E155-782A9F6A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43B84-637B-9C49-2B88-95245F283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EE3D22-19A5-895A-70FF-18C539BE8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70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AF25-A772-EFAA-9DFA-3EFFF3C3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94088-0E82-081C-FB6E-F7F029F128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94FB08-049F-DE06-951E-1EAE8739B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494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DC903-04E4-B47D-1D5C-BE55DCBF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076DB-4F0D-EAD5-73EC-0000B90B3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E5EAD2-CE83-A656-6F60-2E315BA19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845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2CAC-F3D3-45E2-A70E-164F822B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C740E-2DC0-5F1B-349C-F46CA60F5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3D9297-F142-CD3A-9F3C-218BC5AF5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CE41-075E-D485-AEC8-9DEE1DDE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8D21C-E11C-4F3C-DFC2-5038E6BFB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BC906F-B334-8691-DEF3-69F745557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836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CCAB0-0495-0966-7006-5C8DF274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46541-1A12-646E-7B0D-E15071562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9C4AAC-72BA-9C14-CEFA-C84752D54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323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B5ED-2C9B-1D78-FF27-0A06A67E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9DC4C-CCE8-9226-CB19-5C78F454B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4F367B-E889-426B-1811-EBA5A3E0D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653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EDD2-7912-B4C8-B095-A03C1114C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E6AD7-EF73-449A-803C-8F684DB5B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39C327-DAC5-65EC-5678-632582C311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495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254F-E331-8291-92DD-EB7ECE876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25042-F9E0-3833-6EA8-5B4E03A67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8EAE1B-520C-8090-75B4-61CDCB82B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074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3439-B91F-D25E-C4C9-65DFCF21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2B6E7-6CEB-05C8-1A9B-4CB145831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443A62-47B4-3471-244B-18BBF18E2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04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E40C3-1361-F147-95E5-F7ECBA5E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6A37-82E8-47AF-286C-1FE7B08AD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F5A98B-E2A8-3D91-8565-341B8773E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714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5377-5D59-9EDA-2B79-57F3394E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AC3F1-41CB-59BA-1BF2-A2AB02CBB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592B4D-B68D-A8A3-5397-1FE3F90069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9431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B536-8868-00D2-0EF1-3038BEDC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BC0FB-8402-0E2E-083F-40B094F7FB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0EEB12-7B94-7362-ABD3-4B15F2E461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54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C481B-D656-C6F5-757D-D7BACC89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E5FD8-BD3E-1994-C42C-5202FF1AC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172925-4145-5D54-28B1-B0A7109624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953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F6FDB-6CDD-5625-C35B-7C74AF02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D8EBD-D61A-4CE4-9093-84F35583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E5AAAF-CD30-FA4C-83B2-D439EEABF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592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8F8C-E53F-A137-5591-94232BAF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99A30-D766-9AA7-D493-3CC1EA58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348CE4-83EA-5EFF-3EDB-447781223C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937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E932-1403-B4C6-2217-4889F907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7E850-FC29-FD8B-D886-EC4C5058F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CAC7A4-9D53-A07F-0B79-96B7E5B57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36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07F9-82BA-5A79-46B8-9D041AFF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F93EC-0787-DAE7-40F5-725C13EE1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49B703-B9BF-D0E8-00AA-14103C2949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ko-KR" dirty="0" err="1"/>
              <a:t>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TESTPowerpoint</a:t>
            </a:r>
            <a:r>
              <a:rPr kumimoji="1" lang="en-US" altLang="ko-KR" dirty="0"/>
              <a:t> TEST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18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Macintosh PowerPoint</Application>
  <PresentationFormat>와이드스크린</PresentationFormat>
  <Paragraphs>54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  <vt:lpstr>Powerpoint TESTPowerpoint TESTPowerpoint TESTPowerpoint TESTPowerpoint TESTPowerpoint TESTPowerpoint TESTPowerpoint TESTPowerpoint TESTPowerpoint TESTPowerpoint TESTPowerpoint TESTPowerpoint TESTPowerpoint TESTPowerpoint TESTPowerpoint TESTPowerpoint TESTPowerpoint TESTPowerpoint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2025-11-10T05:23:05Z</dcterms:created>
  <dcterms:modified xsi:type="dcterms:W3CDTF">2025-11-10T05:23:34Z</dcterms:modified>
</cp:coreProperties>
</file>
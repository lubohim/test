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-2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AD1D9-3301-0B3A-09E4-05304B807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6034D8-2787-992C-CCB0-598ECF902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83D4D2-9E4F-4077-C275-4CD67C76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6621B8-4FFC-E875-EE14-1655F8D6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188466-4AFF-9EAB-7FEA-4C0A32B6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697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A2217-D97F-6B65-4BB7-581CB9AEC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E6B7C8-BB8C-9EE2-0B8D-0C58476E3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553AE-81C4-9311-9FE7-C2DE34F4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152E4-8DC3-23E0-4BED-9A4C1D47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F29AB0-81FB-9261-0765-7D8F8A6D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837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9486D-1EB7-2412-2C46-B835C737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622401-B8A5-20DD-78CA-6025E28C0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7CFC7-4AAE-4DCE-A32C-639E08DB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A4FA6A-CCEB-83BC-7C66-9D5D07A1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1258C-90F6-776D-7717-7638E9EA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322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0E4BA-DBAB-482C-C78A-CF9928A7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5771D-5400-AFF0-8A41-45E3C118B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A54BF6-F5D9-14FB-864F-12DB03F26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45FDDD-9A66-A71E-4EC6-E9BAF9E5A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CCB3C-B84D-EAF2-0987-A1329067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A61CC7-E07E-2AA6-8A36-69E48F12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734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808A7-3FE0-174B-392F-08373A91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39EAAC-15C0-43E8-4484-6EBA4B372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D6C77C-9D63-6D6D-8FA0-BE2BB536F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5EEA54-426B-AFA1-B976-5B5625175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95E3A1-5A3A-4206-18ED-53483713C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ADCD0D-714D-4D19-C5DB-746953F9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3BC4F6-4955-876C-5319-A3530686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63137C-6349-24F0-1D41-752A617B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706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D8B5C-D2ED-BE60-01A3-55820A7E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28EBFB-5598-D483-B18C-3BEB9FB3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B4B66A-68B6-5BC1-CF46-B54E51CC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5B5F33-73DF-C347-F5B2-2255382C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508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66E7A5-3559-9DFB-A5BC-64D097CC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6C3491-BBEE-7C22-D347-5D40A6A5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AA522-0A21-0FB2-FA34-5E2DE9DB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1886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A4696-07D8-F0CC-6E6F-671C9C02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70437-6389-CC6F-42AB-7CEF0C846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55B7EA-A8F6-5B08-D7E5-5BE1493BE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34BE3-7D45-D2E0-70C6-332CCF12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D74BC4-52FA-8ABB-BC25-E6BB698C5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B44D6-4447-1FE2-AF7A-6DA2FE336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778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EB69A-DB3A-A40D-5C49-AB701C5D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4BA439-7906-AB66-2DBD-2A551B8A0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41BC3A-73C1-E01A-F3FA-C4C371E65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2D66EB-B272-C388-C923-8E735F49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35E80F-7B44-BC7A-052B-33A46A12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3F76CD-A815-99AF-C0E1-B97F1F0F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91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E5843-6DD9-1AD6-E25C-16DA2A549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BB7998-0DD5-BAF2-46CF-B6194C513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8FA55-BFBA-493B-059D-A3E5E391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47C23-1313-6E91-9599-6BD991A5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B15D3-3C96-49EC-B78C-6B054C7F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756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9A0C77-9A35-5758-7734-9485D7CA5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F7A2E-9D14-80FA-2DDD-6AC980EAD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6FB37E-C6C3-572A-A140-5BFB76B1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97C360-8CCA-8399-0265-C2E7001C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C4C24-4B3B-BC0D-7ACF-98492DF6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71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64EAF5-A981-65F7-74F0-F9BE2D16F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BBAE77-68CA-FBAE-CD63-CB8E1D2D3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B49B6-ECE7-7789-B94F-0E8371E72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A7A74-29B5-0641-8BB0-4D51ED7BB172}" type="datetimeFigureOut">
              <a:rPr kumimoji="1" lang="ko-KR" altLang="en-US" smtClean="0"/>
              <a:t>2025. 10. 23.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23379-AEBD-6CBB-F003-3795EBF56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6D5815-02C4-2C9E-A5FB-BF5DA3D5D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EE6AA-B5E7-FB41-9B9F-37FAE826D9A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6847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F9997-BEFE-1D32-7BB6-7F94FB7C7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 dirty="0" err="1"/>
              <a:t>미러링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800D99-102F-EE6C-AAC8-6750E21F63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324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9D97-5F09-4499-7408-9B685DD7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44B42-B7F7-894D-01A6-9A1F027C56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7DB0B5-0D62-F0F7-0AF7-C0E9F90A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18006BDE-AD71-345D-743B-FD9F3169F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D7EDBC-AA1C-EC1C-CFD9-C474BAEC6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D6CB013-0B6F-19F5-B28E-78A2A89D7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7B0523-6495-D959-865D-C33811D6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508225-2FC2-9481-6205-A76074F5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EFEFF3-F53E-BB49-FF6D-29FA96666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87F5538-6C78-CF4F-E9B3-57E150ECA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70BBAD7-1883-C177-D357-65EF348BE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236E8E3-47D1-8A86-9D83-E6F312216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574F9F3-EB3F-C594-5513-B49CCBADD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6887B89-73D7-FCEF-EE87-C73B91AD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9E2B4DA-E3BC-39DD-3042-564A59F8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9736402-9019-5FCB-ABC6-65EDC1FA6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094B73E-69BA-6011-661B-04008FA8A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15AB7A2-ACA6-60D9-2349-748BD332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5E7312B-D460-2107-8EB1-59E1F522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5E6EF0A-FDB9-CFC6-E63B-BFF712D93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F717CC9-E87A-ADBC-3A2C-596EAB23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186D563-8268-6137-0A6E-311033CC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BAE44D1-0D98-FA18-E6DC-E3502B02D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7B351D8-4972-A8CB-7855-38A0E782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632924B-761B-E13B-3415-77AAF7350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ADCE5D0-8ED3-76EB-6BF9-83CAB85F3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B47E080-F4BB-8DA7-B487-C3A752BD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0B64-B125-E433-2168-279BE6B6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69F45-D904-74EB-89D2-4980D7C1EA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8ECBE3-49A2-1F4A-2EF1-5F137447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61DFB493-1678-7F94-3488-08D1B939A4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2EB3F5-7DA0-9821-F202-2DD6DDF65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2A385E-1CDC-76BC-3133-7139FAD3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5088DF-419F-9599-724E-1C9C274D8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66A9DAD-8B91-0131-BA7A-49AAC1929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ABB367-07CC-21A3-8846-6BE367CB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CAAD52-3263-8E4A-7F1B-08CD17C1C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10F5F01-FF12-35FF-EE44-39D86FA8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6B3E476-37E5-87E1-6E0A-F4F79C7FC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5FB58B9-FB61-19FD-E49D-563531794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C831B75-A0EF-CD4A-03EE-6D402D52A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2030F8E-E1A0-0FF8-B30D-3D1E3FE4F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98A2B17-CA6C-00E5-8B8F-4D548FA6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A4F63BA-CEEE-0203-D0C4-F078F341E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7DF6269-C034-1D21-5BA2-F7637AA6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DAC8282-2634-E524-6FCA-6814C8A89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90033FC-F207-DAF4-D62D-4BAB2281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4B23ECB-19AC-042A-173D-9DB3FC88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B873DEE-AA6D-505B-8C52-D6B684125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33D4CF0-5819-3B98-ED4E-3D84D586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DC39A12-C7A1-6D4E-A30D-37E504363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F3B9416-DDB7-EE81-173E-97A20DED5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5299CA3-AE79-2A95-DB88-D3DA2C1E9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C3F89BD-E030-5AD9-6A23-540ECC4B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3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EC56-9182-F53E-5F77-2DE606D1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D5061-7FEA-EB9B-8485-798228391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E748D6-AFC4-B805-FCF0-4BCAE3E64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2DCA2FBB-D55F-CDFA-3606-577A4A9E5C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7FD4B6-A297-3873-B77E-5E423BB1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210FBDA-DC27-B3A9-3003-E6E8CB1C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B45BCC-9314-0B65-72EE-62811EAA2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AC523F-8435-1F8F-CFC1-24197A72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F7619E0-272C-351D-563F-BEC3EFD6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8DC720-F90F-6D92-6A94-740F7854C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7C4EBB-73F8-5E97-8730-B6274D024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D810CA4-C948-A682-E329-791F1D5E6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FD0E68E-CF69-7D7E-2A63-F0655BE92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8544431-B438-EE5C-F1FF-89ECFC97F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251B804-3997-6E7B-CF7E-49F7DC69B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94D6BAE-3688-374D-F61E-26D7CA7C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5413FF8-5E0F-8C18-C1EB-D3804C200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5E3EAF1-C8F2-5ECF-0913-FC4FAD291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D0BFCA0-42CE-E1F1-55A8-1A662985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3CA6113-876D-F43D-4B25-608219765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3FBE53D-CC2E-4FE1-803D-A8099D47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60719FD-99EA-7F54-DD10-20496CEE7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E5976E9-0315-86DE-482D-2E1ECF859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4A43211-54A2-7F5C-D13C-330993E7A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CF75E17-D23F-4152-EC65-9E7301292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11ED8DB-AB3D-0CA5-1D7D-0B3479C21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60F2D54-84E9-82B6-3592-BD26A4A02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7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5B539-AEAE-2E09-B709-DC15CAB0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3E37D-66E7-755B-C896-CBFF71D08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E8459C-9DF5-7EAC-1DB8-2F29F2E5B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3C144026-5FBA-DBCB-ABB6-F36EBDE3B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B3C942-0C3B-E3F1-C5CE-58CF97CBD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24CCDD-F133-95DE-C9CA-9A6C55028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D3DDA0-88A2-DDA3-43E1-858B8682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355E7FC-5F87-8997-9F63-930D9C9EE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9AE0AD-12C0-B0EB-B0C0-4BC47453D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01B8BF2-D8C7-0AD7-98B0-734155B50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06C0DA-9B7E-8DC3-98F5-6D1EED49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C02EB3A-5C2F-13ED-B19F-74A22397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1ABED31-9028-198F-03BD-F1BED171A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A3BDB7-127A-30AD-8B80-3DBBE5076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4C6C432-6987-F122-F711-2016590D1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6AD6188-4B2B-D020-6B18-9612392BB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9119A07-42F1-0390-8718-22D99946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0358BB0-FAFF-1262-0102-62ECBA074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83D15B7-3F0E-60B6-FA81-133B03A3E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12E42CC-FE20-BBE3-B6F2-E8F2AE76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4FDB563-E8C0-149E-5A59-245343DB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D1DFCB4-021B-5FDB-42F1-5ADE36BB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887A2CC-8144-9DEE-050A-45782693A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7256B8E-1700-9B19-B15B-543311656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EF97070-0133-F36D-9122-1DFFD7BDC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F5D0BA2-F94E-8C96-6621-1813DCCE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894193F-7377-8343-858F-217607250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42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CE82-7D6B-39C0-6F74-373F32563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4E0A9-8A44-CEEB-6AD6-E61FDBC08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F52C43-97FC-949A-E442-5252A63F6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23A9BC9D-ABA0-7A3B-8258-951D9816F6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2A1D90-BE6A-CE1E-D48D-E049FD26D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EEE0D6F-065A-018E-99B5-5F8E2707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1FB16D-ED93-D5DC-5935-47CCDDBC3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2D55876-2CB7-53EB-04F2-CF7950B5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68E9EB-FA81-3109-6E9E-C99869351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B3D4FEE-6E21-6C44-3333-A8EBCA365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5DAD90-966D-E220-475B-A0A33E50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21DDB63-FCBD-A5B6-D4F5-F34077313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DC1010A-667E-D031-DE33-B48D4A11F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4D8C59C-DB1F-7D81-73AE-714CB0A7D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5F0BC1D-DCD3-E32F-C230-085F057EC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C97C28C-BE75-7AEA-A069-0EF009A4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9DF5DFA-56C1-4B3B-C67A-5B0DD70D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BB639C9-0A64-71A0-74CE-A10ACB61F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687D141-E0AF-0526-31AE-921D2601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68EBAD7-E8AF-A02F-CFAD-CE05A61C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16C75C0-649C-1444-B712-4C3B3C680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C901402-7B0F-B22D-CA5F-E53BCFB1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95B4DB1-7460-2287-5E6F-F7D04A03F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7BB70E9-9172-1B84-8047-DC154F80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7459D47-296A-9E4C-A072-B62F2CF64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3D4CFCD-2CF2-198C-F70F-D3FA9C442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CE3EAE8-F3B5-CD22-6A81-027D744CF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B578-8C9F-2337-9540-5ABCBF60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C67DC-DCB8-4667-790C-9129042E60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63B2E8-3D81-AABE-4708-53040FC63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ED1FDBB7-4173-C2BE-3A94-8A4679F52C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186BD9-2440-ED4D-7D40-3F674DA8C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A1EF39-FC9F-0244-1F51-9AEB6A9E5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773D28-F077-842C-D7FB-3A10229ED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7D2E77-E2F0-31D8-510C-03098BF29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3DE51C7-BC27-ACA3-C022-B955EB6CF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167CDC8-541C-2A92-9ED9-6C8318C59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D4C656A-628D-B4FF-229B-8BEFAFDF0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A2FDA0-0857-61E0-7E9F-5092C6780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3728966-4B17-D12A-4E6C-B3F3349B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73E182A-CDF0-3E8F-4F68-5E4856D09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6A4BA43-FF75-BB2B-763A-C29F6CAC5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BBE7003-CB67-B671-9E41-06563ED0D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861E4BD-EA29-3D92-CEFC-A6190F34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4C903D4-284F-6932-3289-C6DCE529C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3FC0E20-0C18-F639-8DAD-BD4B6ED5F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763BB5C-FD73-D816-519C-12CA2A37C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00644F5-DAE8-7C1A-7FAF-DB923E85B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4103D86-BF3B-A244-B06E-E94AFF20B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18D4308-F59F-D41A-6F0B-6B960A164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857FD09-E993-DB4E-4591-8AB14F7E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52DD2ED-59DB-6DFC-B7B1-1104DFB83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C3BA66-3FA4-22E4-5196-3E1F49BDD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3D21719-4143-1A81-2CD6-CA704382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6193-49C0-5E5F-5278-73EEA7BE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C7F6F-88FE-1746-E142-0D57264180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604BF6-CEEB-E657-F462-CB3B1CF7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58A593E2-7527-59DC-C644-BF89748A1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25EBB3-F445-0B93-3C8C-47BC9381A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DAB3B0-2308-C9B4-75A1-F48E91A81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34A8965-6F9F-A2DF-B100-1AF4A58E3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AF02CA6-1EF7-4583-A827-D9EBE944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B0FD3F-B813-2CDE-ACCE-C750D219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0D112E9-991A-1585-4798-A4AEA9675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9C59D5-5786-3252-BB6E-5676476F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5F110F7-7832-9737-EA79-7BA6DEC6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3B165E9-5DD5-D33B-D1B0-EB644941A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7D94F20-4E23-7532-1532-51AF36FD7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2036114-0AE7-CA2A-2A62-B32CEC49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F70CF52-547F-9313-70F9-CB7FCDA07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29F16F2-F883-52AC-4FA7-4A0424CF7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4AFBA7B-3CFD-FD04-75E5-ADDAC503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4195F17-8BD4-42AD-1A88-C6532D725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6F158EF-74A0-9A74-3B80-CE3E60F97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9469205-FC78-A5BA-F76E-B7825057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AB14A31-1171-2BDB-5D52-0604927D5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9B1029C-6777-61F9-BBEF-B0DACACFA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BCE88FE-94F4-95F6-D7D1-A689E12C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D22D532-BE7A-A3E3-168C-F246A39E7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C7D3997-1D1C-C148-FF04-9B2002B38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01503A9-DAD6-2580-34EB-9FD6C7D01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77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05791-310C-3F86-C7F6-263189CED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4A654-449E-D3A8-DC23-EEF495D73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892ED4-18D4-120D-9F3A-C07941AFA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A932913D-19A5-8CA3-42AD-726C751E2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D79D6A-85F7-86E0-B4C3-6989576B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EDF131-A4A7-A923-A612-1F9DFC78F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DCCE0B-5F15-1406-25AA-FAEB9D72E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161F619-FC42-E420-2FDE-342B2088B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FFE125-692D-60C2-B938-DB19FBDD3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4C808E-0BF7-9D5F-0217-E27C8C5DE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2C5F47F-C79F-2E25-4139-79EF0AC96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650514E-473D-835F-745F-3FC19F41F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0EE9CD6-321F-A943-0BA7-C0EC0DD14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A864376-C8FE-3971-4A6D-C5D9F056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3DCD859-92EF-2BCA-C042-FD4E29E5C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B291E97-09AB-2521-F8AE-4A65181F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966A20-811C-CDB0-18B1-D52CA92D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2788B8D-1720-2CF0-9CDE-461DFBAA0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56B7AF7-B738-D59A-123C-BD0F07561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4E7FF9F-F1B8-7DC6-41C4-93F383BD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05EAF90-2F47-4942-CEFD-4D586822D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4F56167-5BD1-7BE8-E8B2-BF878E50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1C4C34B-EB0B-3A2B-67F7-8926A5ED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75B3C79-5242-28AF-A6F3-3E52C1FFF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6182689-7D7B-9062-BCF3-1F1CC7B4B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5DD50A9-AC82-AF72-8735-0A735EC6F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E9DF8C4-E75F-7043-87F9-57E956D7D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7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328A-EF92-049D-7740-12AE2642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2FDC9-5192-8D35-8EF0-0802084F19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6318D9-7686-C2B0-E09B-C87AB498B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200F2999-F2AA-6414-5E96-4F86712C8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EAB052-AB83-4952-726D-F2F515030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07ED8E-0ACD-5B09-2472-BA74A737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800D5A-C0CE-F17F-03EE-233633723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D169B49-4246-73DD-21EB-5044B4C8B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3D4C60-E160-317A-B60D-249901482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6F5D0F-FD72-1E66-8CBB-D2A36B7FC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83CFFEB-B49F-6269-7F4E-FABB5BFFD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B9AE7ED-BE00-4DCA-0035-36CF39C8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3B53C9-F2EB-9730-05F7-F210A0C22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830655C-C0D6-E0CF-21DA-B9CCC414C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BCF1CF9-6990-CEE6-C260-3E0C31C3A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23BEE94-279E-23BD-B604-2043B0CA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F03E7B9-1838-2D60-C6A1-11411C850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1A1225A-943F-02C8-6277-F2D08A71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4789867-79DF-CDF8-9F28-AA5946723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E080176-615C-C5C2-F1AC-A4E6E084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B310015-ED39-FE09-53A5-B8B5AFC94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50EE9A0-BA62-2A5E-F227-05624B24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7A103A2-54C6-776D-CC87-77D86849E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C50ECE5-CA04-FF56-A5CF-9192EB213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30D1ADA-39A0-13F8-635B-72EDE87A2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3ABCCF2-CA5F-70BD-0C38-489A0DE39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C4E8699-AC80-BF7B-440A-ACED5757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6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5560-B5A1-FC00-5ABD-B11458AB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F3D19-4EDA-7865-28B9-28337B71A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061965-E542-DAF0-B292-126671D5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FF1978F2-6116-83EC-A54D-6CDBBCF28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8E4029-5F2C-AD4A-68B0-184E06733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797FFF-81F8-1D0C-B72D-11200C29F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18737EA-B0F2-B614-2080-DB55B75F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AA5027B-415E-A2BF-BF5D-2452E2EED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5F1290-A569-5841-FBAD-D6890C6C7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A3B68B-0BA6-040C-DB64-A040F2FC1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1F143B-1ED0-553E-2376-1FD66F35B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643BCF6-0DF8-20D0-DDFD-5DA23877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B4E0839-9C23-CA83-29CB-CB41E20D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1814A66-916A-142F-5B8D-3007D8DE9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756242C-DF34-D525-3871-7BAFD7A4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A03688-D5F7-4622-E76B-1865F882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C0768C8-7DE5-4259-A355-74CC12C5F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BF9DFC1-5A67-621B-24A3-7135C26D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1CD6ABF-930E-39A7-1E4A-241FC7D2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40C1E46-CA05-FAC0-870D-2D04827C2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22B0D11-36E1-01E0-2D46-3A5D3AB37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589C605-A19B-6323-F157-1805D159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618F807-8D31-6D51-AA39-264CE6728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A428866-24CD-460B-0A17-41186146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15B08C2-93DA-4488-8660-9B9ED65E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6BF1A2B-4C8F-A351-EF7E-4C99C8039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241F627-E44B-1AE9-E11F-F47103F7E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88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C045-3709-F342-33A0-AA10F2F6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67E18-CEA3-5460-48AA-8C195CD2DB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2441CC-B932-97B6-9F22-FEA1C8049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476" y="0"/>
            <a:ext cx="3111047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54C881FB-EF92-0114-73B3-D85D8B4B5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94EC25-A776-5EF6-CE35-926717FF6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876" y="152400"/>
            <a:ext cx="3111047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86BDB3-6B1A-CC6A-FF85-6E7604D52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304800"/>
            <a:ext cx="311104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04FC730-053F-D3D5-8817-1FDD1FB1D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76" y="457200"/>
            <a:ext cx="311104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74082F-0998-E7CF-B7C4-BAFFF4EA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6" y="609600"/>
            <a:ext cx="311104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72C8B4-1368-79D6-D11B-41E20150F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76" y="762000"/>
            <a:ext cx="3111047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52BC94-63E5-30EF-E0F8-C70A3C71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76" y="914400"/>
            <a:ext cx="3111047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D069E8-6A6B-584D-6231-25E66FC05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76" y="1066800"/>
            <a:ext cx="3111047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1F20205-0550-345C-1A07-BE3BC1D30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76" y="1219200"/>
            <a:ext cx="3111047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FD4D553-B328-AC69-4C36-A48821D2E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6" y="1371600"/>
            <a:ext cx="3111047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2941679-1F06-90F2-AC6A-774B68999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76" y="1524000"/>
            <a:ext cx="3111047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1B8CFBD-C3FC-BB49-8234-1E0E2B08C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76" y="1676400"/>
            <a:ext cx="3111047" cy="685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B1B6525-9D92-7810-3465-601D92E7D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6" y="1828800"/>
            <a:ext cx="3111047" cy="6858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30609AD-6019-CDAE-F767-0FBE7F4CF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76" y="1981200"/>
            <a:ext cx="3111047" cy="685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49FACE5-5096-E5EF-97F0-C330D680A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76" y="2133600"/>
            <a:ext cx="3111047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A081BE1-4F05-3635-58C1-1BA536941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76" y="2286000"/>
            <a:ext cx="3111047" cy="6858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0284FD9-404D-41F7-B674-E157FCE96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76" y="2438400"/>
            <a:ext cx="3111047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62151B1-7F7A-94C5-C898-B72CB603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76" y="2590800"/>
            <a:ext cx="3111047" cy="685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2704305-24B9-4B11-38A0-26F587AB0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76" y="2743200"/>
            <a:ext cx="3111047" cy="685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C81A46F-2E4C-3EE6-939C-EAA8A4367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76" y="2895600"/>
            <a:ext cx="3111047" cy="685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B95D2C7-9661-1CB9-A7E0-CB8D5DAF6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76" y="3048000"/>
            <a:ext cx="3111047" cy="6858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4956C96-84D7-354A-BF5C-2A9116C3C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876" y="3200400"/>
            <a:ext cx="3111047" cy="6858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F57478C-1603-89E5-49DF-47B0E7FD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276" y="3352800"/>
            <a:ext cx="3111047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A67D12B-CADB-0D3F-896D-F01E8170C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676" y="3505200"/>
            <a:ext cx="3111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08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9F4ED-2981-418F-B7AA-71C184A9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273DE-0BB9-DDB0-53EE-DD99A3CEC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55B8B5-0B92-04AC-0C63-615424DB18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1492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B7603-34C6-2442-A9B1-5A5E87C5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A2C9A-5ADE-1CAB-25D7-D736DC374F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76BFC-5C6A-62C3-0910-AE050CB0C9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6418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8BAD-5EC9-1FAC-8374-881AF05D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A9A3D-69E3-04B4-A217-13CB00F416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434025-55F6-0089-763B-DCB7E0091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920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C1FCA-AB6E-8AE7-A0D6-1C6C4BD3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1EFC6-5BB1-54A5-21CC-90C6956AF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아이폰 </a:t>
            </a:r>
            <a:r>
              <a:rPr kumimoji="1" lang="ko-KR" altLang="en-US"/>
              <a:t>미러링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C9ABB7-91C7-9BF1-E6CE-1CD1D0FE3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6976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Macintosh PowerPoint</Application>
  <PresentationFormat>와이드스크린</PresentationFormat>
  <Paragraphs>16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  <vt:lpstr>아이폰 미러링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2025-10-23T03:57:57Z</dcterms:created>
  <dcterms:modified xsi:type="dcterms:W3CDTF">2025-10-23T03:58:48Z</dcterms:modified>
</cp:coreProperties>
</file>
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37D87-2016-26E1-0DE4-EEED0E2FD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F47060-58B7-DAA0-E4D1-ACDBAB00A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6532FA-57A4-7A42-E734-0F364EE9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FA7808-91AC-198A-6F64-B7595C23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23026A-3C29-559F-0582-CAA5D3D9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526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236E9-BAE9-58DE-D7EC-225E8A3F5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C9159-2A81-ED74-973B-0CB52652B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D22830-52D8-0D5E-8A8A-F006532F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6711DD-0D88-4A67-BF2F-2DD27B4A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2AE32-F7A2-CD5D-907B-DB4A51AD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2687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7217E-AE26-F741-EF6D-EF7344A6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A8191D-E51B-9DAE-E4BB-F7CE507E0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2CC2D-F304-5F62-7E59-C5E50955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14DFE-D056-9373-E50E-AA4624FC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32896F-0F61-F70C-C295-3A068669D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2376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39DBE-8412-487F-767D-23218866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B7D305-0808-B7C9-47A7-D8E612252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5879E5-FF6C-BF17-920F-47E6C5676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E4ADA8-CD86-7D07-96E8-8B23BD2A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317BBD-75B1-B5AF-F0C5-98529449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2A2E9C-4516-BA5D-96B6-17598602C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900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6ED10-E29B-C5A7-CDA0-D2BD9C362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4A4233-F9D4-80BD-B6B0-60E3DAD6F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874C50-7BD4-7C92-BFCB-DC8090232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D6FE70-4109-1DB6-A94F-8E7A49D5D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78BD2A-9BFD-58D6-97E1-FD470D657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E3BA2B-39A3-A590-4160-9AB702FB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2A0FE1-40DD-7FFA-1F5A-C7024C9ED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AE1F9B-8A17-D272-DE0F-C09F57BC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256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29CB5-64D2-2419-A1EF-934C63A5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72A165-E798-3879-9C99-CDCE56183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67F30B-E225-2DB6-B9EE-F0CF28A6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C96C0D-7FC6-958A-5F90-A5822EDE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606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87F57C-754A-268E-9B06-9418163CC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703DAE-1EDC-8771-E91B-80BCA2F5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61950-06E6-1EDC-B45A-37F6386A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172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E79612-E91A-C7FD-A2C9-771824D9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A886F-B7A6-9832-AA64-20D19F73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3027DA-A1E3-7E13-A744-A2E1D4AB2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ED02DB-44EF-653C-8285-08A0DD7B5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26A352-D8D9-0FF8-8F46-3730CB03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355383-D036-4E7F-8DE1-4CC482DB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31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01BB4-A784-C32D-B7A0-0D592258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3B43D9-ACFD-F030-4B5C-F8404EB27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9AAC10-91CF-9318-4434-ADA88EFAD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FEE340-43D1-5C18-80FF-13DFB7C7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4B34BB-EAA1-6E0A-FCD6-35324B8D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F78428-F976-F153-4E73-051D4840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033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0162E-0160-A31B-3C19-879CE572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89ECF0-7CC5-B57E-6AC5-3BC573AB1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B2E73-8F7C-541B-F135-72D380C3B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C62891-2362-2E01-2FC5-B39863C7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84185A-B8FA-4162-258C-F2595AC9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425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60905D-4603-E9A5-B0FC-0FCC982CA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BBC6B0-4573-145B-6826-60ADCEC67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8DD3F-9385-9A67-2506-F0ECD1078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104316-B668-B203-A0EB-5A60F7DBA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9408E4-C115-0ABA-6202-77878763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545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FB32B31-7800-9356-1C8E-2B057E44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78901-C7FC-A458-934F-4F855538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1AC784-E027-3554-E485-256D5F4987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76179-AE84-7847-9EA3-96EFCBD2AAC9}" type="datetimeFigureOut">
              <a:rPr kumimoji="1" lang="ko-KR" altLang="en-US" smtClean="0"/>
              <a:t>2025. 11. 24.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9D4C9-4C31-C506-9F3E-18C35430F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87595-B4FF-9734-7F3E-415DDEDA9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39D22-4D04-A243-BB6A-B2E62AF8BF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447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6160A-E164-3D8E-D834-6BCA65A15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ko-KR" dirty="0"/>
              <a:t>Security</a:t>
            </a:r>
            <a:br>
              <a:rPr kumimoji="1" lang="en-US" altLang="ko-KR" dirty="0"/>
            </a:br>
            <a:r>
              <a:rPr kumimoji="1" lang="en-US" altLang="ko-KR" dirty="0" err="1"/>
              <a:t>securitysecuritysecuritysecurity</a:t>
            </a:r>
            <a:br>
              <a:rPr kumimoji="1" lang="en-US" altLang="ko-KR" dirty="0"/>
            </a:br>
            <a:r>
              <a:rPr kumimoji="1" lang="en-US" altLang="ko-KR" dirty="0"/>
              <a:t>security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232772B-F76C-9C23-5C51-3ED28B059E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/>
              <a:t>security</a:t>
            </a:r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665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Security securitysecuritysecuritysecurity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박성진</dc:creator>
  <cp:lastModifiedBy>박성진</cp:lastModifiedBy>
  <cp:revision>1</cp:revision>
  <dcterms:created xsi:type="dcterms:W3CDTF">2025-11-24T07:19:23Z</dcterms:created>
  <dcterms:modified xsi:type="dcterms:W3CDTF">2025-11-24T07:20:04Z</dcterms:modified>
</cp:coreProperties>
</file>